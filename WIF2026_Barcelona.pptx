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6" r:id="rId1"/>
  </p:sldMasterIdLst>
  <p:notesMasterIdLst>
    <p:notesMasterId r:id="rId20"/>
  </p:notesMasterIdLst>
  <p:sldIdLst>
    <p:sldId id="256" r:id="rId2"/>
    <p:sldId id="258" r:id="rId3"/>
    <p:sldId id="261" r:id="rId4"/>
    <p:sldId id="257" r:id="rId5"/>
    <p:sldId id="277" r:id="rId6"/>
    <p:sldId id="262" r:id="rId7"/>
    <p:sldId id="269" r:id="rId8"/>
    <p:sldId id="278" r:id="rId9"/>
    <p:sldId id="272" r:id="rId10"/>
    <p:sldId id="279" r:id="rId11"/>
    <p:sldId id="283" r:id="rId12"/>
    <p:sldId id="280" r:id="rId13"/>
    <p:sldId id="281" r:id="rId14"/>
    <p:sldId id="284" r:id="rId15"/>
    <p:sldId id="282" r:id="rId16"/>
    <p:sldId id="267" r:id="rId17"/>
    <p:sldId id="260" r:id="rId18"/>
    <p:sldId id="263" r:id="rId19"/>
  </p:sldIdLst>
  <p:sldSz cx="18288000" cy="10287000"/>
  <p:notesSz cx="6858000" cy="9144000"/>
  <p:embeddedFontLst>
    <p:embeddedFont>
      <p:font typeface="League Spartan" panose="020B0604020202020204" charset="0"/>
      <p:regular r:id="rId21"/>
    </p:embeddedFont>
    <p:embeddedFont>
      <p:font typeface="Quicksand 1 Medium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651B6F-A60B-4A59-BC13-1118ABD073AE}" v="2" dt="2026-10-02T15:28:20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2" autoAdjust="0"/>
  </p:normalViewPr>
  <p:slideViewPr>
    <p:cSldViewPr>
      <p:cViewPr varScale="1">
        <p:scale>
          <a:sx n="63" d="100"/>
          <a:sy n="63" d="100"/>
        </p:scale>
        <p:origin x="303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e Bayes" userId="014e294a-a381-4b2d-bf22-8e870b50b1c8" providerId="ADAL" clId="{020E0C43-90A0-4F45-8130-9FD0DFB34976}"/>
    <pc:docChg chg="custSel addSld modSld sldOrd">
      <pc:chgData name="Sue Bayes" userId="014e294a-a381-4b2d-bf22-8e870b50b1c8" providerId="ADAL" clId="{020E0C43-90A0-4F45-8130-9FD0DFB34976}" dt="2026-10-02T16:07:24.052" v="347" actId="255"/>
      <pc:docMkLst>
        <pc:docMk/>
      </pc:docMkLst>
      <pc:sldChg chg="delSp mod">
        <pc:chgData name="Sue Bayes" userId="014e294a-a381-4b2d-bf22-8e870b50b1c8" providerId="ADAL" clId="{020E0C43-90A0-4F45-8130-9FD0DFB34976}" dt="2026-10-02T11:32:59.416" v="50" actId="478"/>
        <pc:sldMkLst>
          <pc:docMk/>
          <pc:sldMk cId="4260418347" sldId="262"/>
        </pc:sldMkLst>
        <pc:spChg chg="del">
          <ac:chgData name="Sue Bayes" userId="014e294a-a381-4b2d-bf22-8e870b50b1c8" providerId="ADAL" clId="{020E0C43-90A0-4F45-8130-9FD0DFB34976}" dt="2026-10-02T11:32:58.051" v="49" actId="478"/>
          <ac:spMkLst>
            <pc:docMk/>
            <pc:sldMk cId="4260418347" sldId="262"/>
            <ac:spMk id="4" creationId="{7A618579-1075-5187-8DBC-FF6DFC32612D}"/>
          </ac:spMkLst>
        </pc:spChg>
        <pc:spChg chg="del">
          <ac:chgData name="Sue Bayes" userId="014e294a-a381-4b2d-bf22-8e870b50b1c8" providerId="ADAL" clId="{020E0C43-90A0-4F45-8130-9FD0DFB34976}" dt="2026-10-02T11:32:59.416" v="50" actId="478"/>
          <ac:spMkLst>
            <pc:docMk/>
            <pc:sldMk cId="4260418347" sldId="262"/>
            <ac:spMk id="7" creationId="{7C61C999-59B5-0B2A-CF5F-58453BD10C69}"/>
          </ac:spMkLst>
        </pc:spChg>
      </pc:sldChg>
      <pc:sldChg chg="modSp mod">
        <pc:chgData name="Sue Bayes" userId="014e294a-a381-4b2d-bf22-8e870b50b1c8" providerId="ADAL" clId="{020E0C43-90A0-4F45-8130-9FD0DFB34976}" dt="2026-10-02T16:07:24.052" v="347" actId="255"/>
        <pc:sldMkLst>
          <pc:docMk/>
          <pc:sldMk cId="4003184404" sldId="269"/>
        </pc:sldMkLst>
        <pc:spChg chg="mod">
          <ac:chgData name="Sue Bayes" userId="014e294a-a381-4b2d-bf22-8e870b50b1c8" providerId="ADAL" clId="{020E0C43-90A0-4F45-8130-9FD0DFB34976}" dt="2026-10-02T16:07:24.052" v="347" actId="255"/>
          <ac:spMkLst>
            <pc:docMk/>
            <pc:sldMk cId="4003184404" sldId="269"/>
            <ac:spMk id="3" creationId="{6862BC37-8C3D-E37E-9CA4-4B3F6A092353}"/>
          </ac:spMkLst>
        </pc:spChg>
      </pc:sldChg>
      <pc:sldChg chg="modSp mod">
        <pc:chgData name="Sue Bayes" userId="014e294a-a381-4b2d-bf22-8e870b50b1c8" providerId="ADAL" clId="{020E0C43-90A0-4F45-8130-9FD0DFB34976}" dt="2026-10-02T11:42:50.830" v="94" actId="20577"/>
        <pc:sldMkLst>
          <pc:docMk/>
          <pc:sldMk cId="3009266654" sldId="272"/>
        </pc:sldMkLst>
        <pc:spChg chg="mod">
          <ac:chgData name="Sue Bayes" userId="014e294a-a381-4b2d-bf22-8e870b50b1c8" providerId="ADAL" clId="{020E0C43-90A0-4F45-8130-9FD0DFB34976}" dt="2026-10-02T11:42:50.830" v="94" actId="20577"/>
          <ac:spMkLst>
            <pc:docMk/>
            <pc:sldMk cId="3009266654" sldId="272"/>
            <ac:spMk id="2" creationId="{15139E48-0AD7-458B-9357-E5517BAF43A2}"/>
          </ac:spMkLst>
        </pc:spChg>
        <pc:spChg chg="mod">
          <ac:chgData name="Sue Bayes" userId="014e294a-a381-4b2d-bf22-8e870b50b1c8" providerId="ADAL" clId="{020E0C43-90A0-4F45-8130-9FD0DFB34976}" dt="2026-10-02T07:04:07.806" v="26" actId="20577"/>
          <ac:spMkLst>
            <pc:docMk/>
            <pc:sldMk cId="3009266654" sldId="272"/>
            <ac:spMk id="10" creationId="{9CF204F4-C658-D368-6505-B8FD828C39B3}"/>
          </ac:spMkLst>
        </pc:spChg>
        <pc:spChg chg="mod">
          <ac:chgData name="Sue Bayes" userId="014e294a-a381-4b2d-bf22-8e870b50b1c8" providerId="ADAL" clId="{020E0C43-90A0-4F45-8130-9FD0DFB34976}" dt="2026-10-02T07:06:02.276" v="39" actId="14100"/>
          <ac:spMkLst>
            <pc:docMk/>
            <pc:sldMk cId="3009266654" sldId="272"/>
            <ac:spMk id="12" creationId="{85B1DB64-D213-4092-B385-17E035648034}"/>
          </ac:spMkLst>
        </pc:spChg>
        <pc:spChg chg="mod">
          <ac:chgData name="Sue Bayes" userId="014e294a-a381-4b2d-bf22-8e870b50b1c8" providerId="ADAL" clId="{020E0C43-90A0-4F45-8130-9FD0DFB34976}" dt="2026-10-02T07:06:18.228" v="40" actId="408"/>
          <ac:spMkLst>
            <pc:docMk/>
            <pc:sldMk cId="3009266654" sldId="272"/>
            <ac:spMk id="14" creationId="{F0A7E001-2562-3F38-EF09-B8B07C6999BB}"/>
          </ac:spMkLst>
        </pc:spChg>
        <pc:spChg chg="mod">
          <ac:chgData name="Sue Bayes" userId="014e294a-a381-4b2d-bf22-8e870b50b1c8" providerId="ADAL" clId="{020E0C43-90A0-4F45-8130-9FD0DFB34976}" dt="2026-10-02T07:06:18.228" v="40" actId="408"/>
          <ac:spMkLst>
            <pc:docMk/>
            <pc:sldMk cId="3009266654" sldId="272"/>
            <ac:spMk id="16" creationId="{B642662E-7845-ABA8-AA3E-2840B49CF212}"/>
          </ac:spMkLst>
        </pc:spChg>
        <pc:spChg chg="mod">
          <ac:chgData name="Sue Bayes" userId="014e294a-a381-4b2d-bf22-8e870b50b1c8" providerId="ADAL" clId="{020E0C43-90A0-4F45-8130-9FD0DFB34976}" dt="2026-10-02T07:06:18.228" v="40" actId="408"/>
          <ac:spMkLst>
            <pc:docMk/>
            <pc:sldMk cId="3009266654" sldId="272"/>
            <ac:spMk id="18" creationId="{B1E8E1C7-F076-D25F-2931-E3A970DAD71F}"/>
          </ac:spMkLst>
        </pc:spChg>
        <pc:spChg chg="mod">
          <ac:chgData name="Sue Bayes" userId="014e294a-a381-4b2d-bf22-8e870b50b1c8" providerId="ADAL" clId="{020E0C43-90A0-4F45-8130-9FD0DFB34976}" dt="2026-10-02T07:06:02.276" v="39" actId="14100"/>
          <ac:spMkLst>
            <pc:docMk/>
            <pc:sldMk cId="3009266654" sldId="272"/>
            <ac:spMk id="20" creationId="{487DF695-207A-B109-2580-477411C7D299}"/>
          </ac:spMkLst>
        </pc:spChg>
      </pc:sldChg>
      <pc:sldChg chg="delSp modSp mod">
        <pc:chgData name="Sue Bayes" userId="014e294a-a381-4b2d-bf22-8e870b50b1c8" providerId="ADAL" clId="{020E0C43-90A0-4F45-8130-9FD0DFB34976}" dt="2026-10-02T11:32:15.212" v="48" actId="478"/>
        <pc:sldMkLst>
          <pc:docMk/>
          <pc:sldMk cId="0" sldId="277"/>
        </pc:sldMkLst>
        <pc:spChg chg="mod">
          <ac:chgData name="Sue Bayes" userId="014e294a-a381-4b2d-bf22-8e870b50b1c8" providerId="ADAL" clId="{020E0C43-90A0-4F45-8130-9FD0DFB34976}" dt="2026-10-02T11:32:00.873" v="46" actId="20577"/>
          <ac:spMkLst>
            <pc:docMk/>
            <pc:sldMk cId="0" sldId="277"/>
            <ac:spMk id="7" creationId="{00000000-0000-0000-0000-000000000000}"/>
          </ac:spMkLst>
        </pc:spChg>
        <pc:spChg chg="del mod">
          <ac:chgData name="Sue Bayes" userId="014e294a-a381-4b2d-bf22-8e870b50b1c8" providerId="ADAL" clId="{020E0C43-90A0-4F45-8130-9FD0DFB34976}" dt="2026-10-02T11:32:15.212" v="48" actId="478"/>
          <ac:spMkLst>
            <pc:docMk/>
            <pc:sldMk cId="0" sldId="277"/>
            <ac:spMk id="9" creationId="{00000000-0000-0000-0000-000000000000}"/>
          </ac:spMkLst>
        </pc:spChg>
      </pc:sldChg>
      <pc:sldChg chg="modSp mod ord">
        <pc:chgData name="Sue Bayes" userId="014e294a-a381-4b2d-bf22-8e870b50b1c8" providerId="ADAL" clId="{020E0C43-90A0-4F45-8130-9FD0DFB34976}" dt="2026-10-02T11:42:19.840" v="59" actId="6549"/>
        <pc:sldMkLst>
          <pc:docMk/>
          <pc:sldMk cId="7315060" sldId="278"/>
        </pc:sldMkLst>
        <pc:spChg chg="mod">
          <ac:chgData name="Sue Bayes" userId="014e294a-a381-4b2d-bf22-8e870b50b1c8" providerId="ADAL" clId="{020E0C43-90A0-4F45-8130-9FD0DFB34976}" dt="2026-10-02T11:42:19.840" v="59" actId="6549"/>
          <ac:spMkLst>
            <pc:docMk/>
            <pc:sldMk cId="7315060" sldId="278"/>
            <ac:spMk id="3" creationId="{C1671A4E-F790-A67F-E919-EE7343B4BE1C}"/>
          </ac:spMkLst>
        </pc:spChg>
        <pc:spChg chg="mod">
          <ac:chgData name="Sue Bayes" userId="014e294a-a381-4b2d-bf22-8e870b50b1c8" providerId="ADAL" clId="{020E0C43-90A0-4F45-8130-9FD0DFB34976}" dt="2026-10-02T07:50:28.088" v="43" actId="1076"/>
          <ac:spMkLst>
            <pc:docMk/>
            <pc:sldMk cId="7315060" sldId="278"/>
            <ac:spMk id="9" creationId="{08A2A4E6-6E9D-0634-DBD0-4ACBDB21DDFC}"/>
          </ac:spMkLst>
        </pc:spChg>
        <pc:spChg chg="mod">
          <ac:chgData name="Sue Bayes" userId="014e294a-a381-4b2d-bf22-8e870b50b1c8" providerId="ADAL" clId="{020E0C43-90A0-4F45-8130-9FD0DFB34976}" dt="2026-10-02T07:50:46.998" v="44" actId="408"/>
          <ac:spMkLst>
            <pc:docMk/>
            <pc:sldMk cId="7315060" sldId="278"/>
            <ac:spMk id="11" creationId="{F94F50F1-7835-E2F5-70EA-220A9B7A1681}"/>
          </ac:spMkLst>
        </pc:spChg>
        <pc:spChg chg="mod">
          <ac:chgData name="Sue Bayes" userId="014e294a-a381-4b2d-bf22-8e870b50b1c8" providerId="ADAL" clId="{020E0C43-90A0-4F45-8130-9FD0DFB34976}" dt="2026-10-02T07:50:46.998" v="44" actId="408"/>
          <ac:spMkLst>
            <pc:docMk/>
            <pc:sldMk cId="7315060" sldId="278"/>
            <ac:spMk id="13" creationId="{DAB51687-EF28-24AF-3A12-07DB7BF152F9}"/>
          </ac:spMkLst>
        </pc:spChg>
        <pc:spChg chg="mod">
          <ac:chgData name="Sue Bayes" userId="014e294a-a381-4b2d-bf22-8e870b50b1c8" providerId="ADAL" clId="{020E0C43-90A0-4F45-8130-9FD0DFB34976}" dt="2026-10-02T07:50:19.689" v="41" actId="1076"/>
          <ac:spMkLst>
            <pc:docMk/>
            <pc:sldMk cId="7315060" sldId="278"/>
            <ac:spMk id="15" creationId="{339D6028-B9CA-F4F1-BEA6-294B0C74841C}"/>
          </ac:spMkLst>
        </pc:spChg>
      </pc:sldChg>
      <pc:sldChg chg="addSp delSp modSp mod ord delAnim">
        <pc:chgData name="Sue Bayes" userId="014e294a-a381-4b2d-bf22-8e870b50b1c8" providerId="ADAL" clId="{020E0C43-90A0-4F45-8130-9FD0DFB34976}" dt="2026-10-02T12:34:33.696" v="99" actId="478"/>
        <pc:sldMkLst>
          <pc:docMk/>
          <pc:sldMk cId="2808617289" sldId="279"/>
        </pc:sldMkLst>
        <pc:spChg chg="mod">
          <ac:chgData name="Sue Bayes" userId="014e294a-a381-4b2d-bf22-8e870b50b1c8" providerId="ADAL" clId="{020E0C43-90A0-4F45-8130-9FD0DFB34976}" dt="2026-10-02T12:34:24.709" v="98" actId="20577"/>
          <ac:spMkLst>
            <pc:docMk/>
            <pc:sldMk cId="2808617289" sldId="279"/>
            <ac:spMk id="2" creationId="{C364593A-2697-A3A4-2412-A585AA1027D9}"/>
          </ac:spMkLst>
        </pc:spChg>
        <pc:spChg chg="del">
          <ac:chgData name="Sue Bayes" userId="014e294a-a381-4b2d-bf22-8e870b50b1c8" providerId="ADAL" clId="{020E0C43-90A0-4F45-8130-9FD0DFB34976}" dt="2026-10-02T12:34:33.696" v="99" actId="478"/>
          <ac:spMkLst>
            <pc:docMk/>
            <pc:sldMk cId="2808617289" sldId="279"/>
            <ac:spMk id="3" creationId="{0FF8BF73-2642-4B55-30E6-1E80464291B4}"/>
          </ac:spMkLst>
        </pc:spChg>
        <pc:spChg chg="add mod">
          <ac:chgData name="Sue Bayes" userId="014e294a-a381-4b2d-bf22-8e870b50b1c8" providerId="ADAL" clId="{020E0C43-90A0-4F45-8130-9FD0DFB34976}" dt="2026-10-02T12:34:33.696" v="99" actId="478"/>
          <ac:spMkLst>
            <pc:docMk/>
            <pc:sldMk cId="2808617289" sldId="279"/>
            <ac:spMk id="5" creationId="{4A92B18D-A90F-DE47-9B81-216121DB5737}"/>
          </ac:spMkLst>
        </pc:spChg>
      </pc:sldChg>
      <pc:sldChg chg="addSp delSp modSp mod">
        <pc:chgData name="Sue Bayes" userId="014e294a-a381-4b2d-bf22-8e870b50b1c8" providerId="ADAL" clId="{020E0C43-90A0-4F45-8130-9FD0DFB34976}" dt="2026-10-02T15:27:50.499" v="303" actId="122"/>
        <pc:sldMkLst>
          <pc:docMk/>
          <pc:sldMk cId="3935336296" sldId="280"/>
        </pc:sldMkLst>
        <pc:spChg chg="del mod">
          <ac:chgData name="Sue Bayes" userId="014e294a-a381-4b2d-bf22-8e870b50b1c8" providerId="ADAL" clId="{020E0C43-90A0-4F45-8130-9FD0DFB34976}" dt="2026-10-02T15:27:01.988" v="276" actId="478"/>
          <ac:spMkLst>
            <pc:docMk/>
            <pc:sldMk cId="3935336296" sldId="280"/>
            <ac:spMk id="3" creationId="{5749B1FC-4C37-C342-31A8-6924205A84EE}"/>
          </ac:spMkLst>
        </pc:spChg>
        <pc:spChg chg="add del mod">
          <ac:chgData name="Sue Bayes" userId="014e294a-a381-4b2d-bf22-8e870b50b1c8" providerId="ADAL" clId="{020E0C43-90A0-4F45-8130-9FD0DFB34976}" dt="2026-10-02T13:11:03.583" v="112"/>
          <ac:spMkLst>
            <pc:docMk/>
            <pc:sldMk cId="3935336296" sldId="280"/>
            <ac:spMk id="4" creationId="{3721C57B-723B-2E4E-DF99-5FC11D771997}"/>
          </ac:spMkLst>
        </pc:spChg>
        <pc:spChg chg="add mod">
          <ac:chgData name="Sue Bayes" userId="014e294a-a381-4b2d-bf22-8e870b50b1c8" providerId="ADAL" clId="{020E0C43-90A0-4F45-8130-9FD0DFB34976}" dt="2026-10-02T15:27:50.499" v="303" actId="122"/>
          <ac:spMkLst>
            <pc:docMk/>
            <pc:sldMk cId="3935336296" sldId="280"/>
            <ac:spMk id="6" creationId="{B2A8FFF9-3E90-762A-7607-34BE1D8A180E}"/>
          </ac:spMkLst>
        </pc:spChg>
      </pc:sldChg>
      <pc:sldChg chg="modSp mod">
        <pc:chgData name="Sue Bayes" userId="014e294a-a381-4b2d-bf22-8e870b50b1c8" providerId="ADAL" clId="{020E0C43-90A0-4F45-8130-9FD0DFB34976}" dt="2026-10-02T13:10:47.883" v="109" actId="20577"/>
        <pc:sldMkLst>
          <pc:docMk/>
          <pc:sldMk cId="945739246" sldId="283"/>
        </pc:sldMkLst>
        <pc:spChg chg="mod">
          <ac:chgData name="Sue Bayes" userId="014e294a-a381-4b2d-bf22-8e870b50b1c8" providerId="ADAL" clId="{020E0C43-90A0-4F45-8130-9FD0DFB34976}" dt="2026-10-02T13:10:47.883" v="109" actId="20577"/>
          <ac:spMkLst>
            <pc:docMk/>
            <pc:sldMk cId="945739246" sldId="283"/>
            <ac:spMk id="2" creationId="{CDAA2B3C-9268-0324-743C-1592A69876E0}"/>
          </ac:spMkLst>
        </pc:spChg>
      </pc:sldChg>
      <pc:sldChg chg="modSp add mod">
        <pc:chgData name="Sue Bayes" userId="014e294a-a381-4b2d-bf22-8e870b50b1c8" providerId="ADAL" clId="{020E0C43-90A0-4F45-8130-9FD0DFB34976}" dt="2026-10-02T15:29:02.199" v="345" actId="20577"/>
        <pc:sldMkLst>
          <pc:docMk/>
          <pc:sldMk cId="1442108893" sldId="284"/>
        </pc:sldMkLst>
        <pc:spChg chg="mod">
          <ac:chgData name="Sue Bayes" userId="014e294a-a381-4b2d-bf22-8e870b50b1c8" providerId="ADAL" clId="{020E0C43-90A0-4F45-8130-9FD0DFB34976}" dt="2026-10-02T15:28:29.937" v="306" actId="20577"/>
          <ac:spMkLst>
            <pc:docMk/>
            <pc:sldMk cId="1442108893" sldId="284"/>
            <ac:spMk id="2" creationId="{F12DE0E5-2026-36B3-82DB-0B63756519ED}"/>
          </ac:spMkLst>
        </pc:spChg>
        <pc:spChg chg="mod">
          <ac:chgData name="Sue Bayes" userId="014e294a-a381-4b2d-bf22-8e870b50b1c8" providerId="ADAL" clId="{020E0C43-90A0-4F45-8130-9FD0DFB34976}" dt="2026-10-02T15:29:02.199" v="345" actId="20577"/>
          <ac:spMkLst>
            <pc:docMk/>
            <pc:sldMk cId="1442108893" sldId="284"/>
            <ac:spMk id="6" creationId="{BD83DAD0-1CC7-9419-9F88-170F7CC76E10}"/>
          </ac:spMkLst>
        </pc:spChg>
      </pc:sldChg>
    </pc:docChg>
  </pc:docChgLst>
  <pc:docChgLst>
    <pc:chgData name="Sue Bayes" userId="014e294a-a381-4b2d-bf22-8e870b50b1c8" providerId="ADAL" clId="{B1AD9F32-883F-41D5-B28A-E29507B44EF1}"/>
    <pc:docChg chg="undo custSel addSld delSld modSld">
      <pc:chgData name="Sue Bayes" userId="014e294a-a381-4b2d-bf22-8e870b50b1c8" providerId="ADAL" clId="{B1AD9F32-883F-41D5-B28A-E29507B44EF1}" dt="2026-09-21T12:37:32.894" v="544" actId="20577"/>
      <pc:docMkLst>
        <pc:docMk/>
      </pc:docMkLst>
      <pc:sldChg chg="addSp modSp mod modAnim">
        <pc:chgData name="Sue Bayes" userId="014e294a-a381-4b2d-bf22-8e870b50b1c8" providerId="ADAL" clId="{B1AD9F32-883F-41D5-B28A-E29507B44EF1}" dt="2026-09-18T10:47:46.613" v="166" actId="1076"/>
        <pc:sldMkLst>
          <pc:docMk/>
          <pc:sldMk cId="4260418347" sldId="262"/>
        </pc:sldMkLst>
        <pc:spChg chg="mod">
          <ac:chgData name="Sue Bayes" userId="014e294a-a381-4b2d-bf22-8e870b50b1c8" providerId="ADAL" clId="{B1AD9F32-883F-41D5-B28A-E29507B44EF1}" dt="2026-09-18T10:17:23.221" v="117" actId="1076"/>
          <ac:spMkLst>
            <pc:docMk/>
            <pc:sldMk cId="4260418347" sldId="262"/>
            <ac:spMk id="2" creationId="{E6DFB528-12C9-6398-4096-E912B0B14C20}"/>
          </ac:spMkLst>
        </pc:spChg>
        <pc:spChg chg="mod">
          <ac:chgData name="Sue Bayes" userId="014e294a-a381-4b2d-bf22-8e870b50b1c8" providerId="ADAL" clId="{B1AD9F32-883F-41D5-B28A-E29507B44EF1}" dt="2026-09-18T10:16:41.846" v="115" actId="20577"/>
          <ac:spMkLst>
            <pc:docMk/>
            <pc:sldMk cId="4260418347" sldId="262"/>
            <ac:spMk id="11" creationId="{7DDFAE1B-C591-87B1-E88F-0CBAB17F6910}"/>
          </ac:spMkLst>
        </pc:spChg>
      </pc:sldChg>
      <pc:sldChg chg="modSp mod">
        <pc:chgData name="Sue Bayes" userId="014e294a-a381-4b2d-bf22-8e870b50b1c8" providerId="ADAL" clId="{B1AD9F32-883F-41D5-B28A-E29507B44EF1}" dt="2026-09-18T10:27:22.509" v="155" actId="207"/>
        <pc:sldMkLst>
          <pc:docMk/>
          <pc:sldMk cId="629258517" sldId="267"/>
        </pc:sldMkLst>
        <pc:spChg chg="mod">
          <ac:chgData name="Sue Bayes" userId="014e294a-a381-4b2d-bf22-8e870b50b1c8" providerId="ADAL" clId="{B1AD9F32-883F-41D5-B28A-E29507B44EF1}" dt="2026-09-18T10:27:22.509" v="155" actId="207"/>
          <ac:spMkLst>
            <pc:docMk/>
            <pc:sldMk cId="629258517" sldId="267"/>
            <ac:spMk id="4" creationId="{BE09405C-5294-644D-0E8A-83A6432CDF6A}"/>
          </ac:spMkLst>
        </pc:spChg>
        <pc:spChg chg="mod">
          <ac:chgData name="Sue Bayes" userId="014e294a-a381-4b2d-bf22-8e870b50b1c8" providerId="ADAL" clId="{B1AD9F32-883F-41D5-B28A-E29507B44EF1}" dt="2026-09-18T10:27:10.957" v="152" actId="207"/>
          <ac:spMkLst>
            <pc:docMk/>
            <pc:sldMk cId="629258517" sldId="267"/>
            <ac:spMk id="5" creationId="{E911A27B-5152-1107-32D1-BA58D54563E2}"/>
          </ac:spMkLst>
        </pc:spChg>
      </pc:sldChg>
      <pc:sldChg chg="addSp delSp modSp add mod modMedia setBg modClrScheme delAnim setClrOvrMap delDesignElem chgLayout">
        <pc:chgData name="Sue Bayes" userId="014e294a-a381-4b2d-bf22-8e870b50b1c8" providerId="ADAL" clId="{B1AD9F32-883F-41D5-B28A-E29507B44EF1}" dt="2026-09-18T10:52:39.872" v="212" actId="2711"/>
        <pc:sldMkLst>
          <pc:docMk/>
          <pc:sldMk cId="4003184404" sldId="269"/>
        </pc:sldMkLst>
        <pc:spChg chg="mod">
          <ac:chgData name="Sue Bayes" userId="014e294a-a381-4b2d-bf22-8e870b50b1c8" providerId="ADAL" clId="{B1AD9F32-883F-41D5-B28A-E29507B44EF1}" dt="2026-09-18T10:50:10.990" v="183" actId="20577"/>
          <ac:spMkLst>
            <pc:docMk/>
            <pc:sldMk cId="4003184404" sldId="269"/>
            <ac:spMk id="2" creationId="{911C5C63-74D2-78C8-D630-DA13EA629AA5}"/>
          </ac:spMkLst>
        </pc:spChg>
        <pc:spChg chg="mod">
          <ac:chgData name="Sue Bayes" userId="014e294a-a381-4b2d-bf22-8e870b50b1c8" providerId="ADAL" clId="{B1AD9F32-883F-41D5-B28A-E29507B44EF1}" dt="2026-09-18T10:51:20.910" v="202" actId="14100"/>
          <ac:spMkLst>
            <pc:docMk/>
            <pc:sldMk cId="4003184404" sldId="269"/>
            <ac:spMk id="3" creationId="{6862BC37-8C3D-E37E-9CA4-4B3F6A092353}"/>
          </ac:spMkLst>
        </pc:spChg>
        <pc:spChg chg="add mod">
          <ac:chgData name="Sue Bayes" userId="014e294a-a381-4b2d-bf22-8e870b50b1c8" providerId="ADAL" clId="{B1AD9F32-883F-41D5-B28A-E29507B44EF1}" dt="2026-09-18T10:52:39.872" v="212" actId="2711"/>
          <ac:spMkLst>
            <pc:docMk/>
            <pc:sldMk cId="4003184404" sldId="269"/>
            <ac:spMk id="5" creationId="{8C2FA9DD-A3D9-9A19-241C-98DF273AE180}"/>
          </ac:spMkLst>
        </pc:spChg>
      </pc:sldChg>
      <pc:sldChg chg="addSp delSp modSp add del mod">
        <pc:chgData name="Sue Bayes" userId="014e294a-a381-4b2d-bf22-8e870b50b1c8" providerId="ADAL" clId="{B1AD9F32-883F-41D5-B28A-E29507B44EF1}" dt="2026-09-18T10:56:23.256" v="283" actId="47"/>
        <pc:sldMkLst>
          <pc:docMk/>
          <pc:sldMk cId="3009266654" sldId="272"/>
        </pc:sldMkLst>
        <pc:spChg chg="add mod">
          <ac:chgData name="Sue Bayes" userId="014e294a-a381-4b2d-bf22-8e870b50b1c8" providerId="ADAL" clId="{B1AD9F32-883F-41D5-B28A-E29507B44EF1}" dt="2026-09-18T10:55:56.290" v="279" actId="20577"/>
          <ac:spMkLst>
            <pc:docMk/>
            <pc:sldMk cId="3009266654" sldId="272"/>
            <ac:spMk id="10" creationId="{9CF204F4-C658-D368-6505-B8FD828C39B3}"/>
          </ac:spMkLst>
        </pc:spChg>
        <pc:spChg chg="add">
          <ac:chgData name="Sue Bayes" userId="014e294a-a381-4b2d-bf22-8e870b50b1c8" providerId="ADAL" clId="{B1AD9F32-883F-41D5-B28A-E29507B44EF1}" dt="2026-09-18T10:55:27.372" v="228" actId="22"/>
          <ac:spMkLst>
            <pc:docMk/>
            <pc:sldMk cId="3009266654" sldId="272"/>
            <ac:spMk id="12" creationId="{85B1DB64-D213-4092-B385-17E035648034}"/>
          </ac:spMkLst>
        </pc:spChg>
        <pc:spChg chg="add">
          <ac:chgData name="Sue Bayes" userId="014e294a-a381-4b2d-bf22-8e870b50b1c8" providerId="ADAL" clId="{B1AD9F32-883F-41D5-B28A-E29507B44EF1}" dt="2026-09-18T10:55:27.372" v="228" actId="22"/>
          <ac:spMkLst>
            <pc:docMk/>
            <pc:sldMk cId="3009266654" sldId="272"/>
            <ac:spMk id="14" creationId="{F0A7E001-2562-3F38-EF09-B8B07C6999BB}"/>
          </ac:spMkLst>
        </pc:spChg>
        <pc:spChg chg="add">
          <ac:chgData name="Sue Bayes" userId="014e294a-a381-4b2d-bf22-8e870b50b1c8" providerId="ADAL" clId="{B1AD9F32-883F-41D5-B28A-E29507B44EF1}" dt="2026-09-18T10:55:27.372" v="228" actId="22"/>
          <ac:spMkLst>
            <pc:docMk/>
            <pc:sldMk cId="3009266654" sldId="272"/>
            <ac:spMk id="16" creationId="{B642662E-7845-ABA8-AA3E-2840B49CF212}"/>
          </ac:spMkLst>
        </pc:spChg>
        <pc:spChg chg="add">
          <ac:chgData name="Sue Bayes" userId="014e294a-a381-4b2d-bf22-8e870b50b1c8" providerId="ADAL" clId="{B1AD9F32-883F-41D5-B28A-E29507B44EF1}" dt="2026-09-18T10:55:27.372" v="228" actId="22"/>
          <ac:spMkLst>
            <pc:docMk/>
            <pc:sldMk cId="3009266654" sldId="272"/>
            <ac:spMk id="18" creationId="{B1E8E1C7-F076-D25F-2931-E3A970DAD71F}"/>
          </ac:spMkLst>
        </pc:spChg>
        <pc:spChg chg="add">
          <ac:chgData name="Sue Bayes" userId="014e294a-a381-4b2d-bf22-8e870b50b1c8" providerId="ADAL" clId="{B1AD9F32-883F-41D5-B28A-E29507B44EF1}" dt="2026-09-18T10:55:27.372" v="228" actId="22"/>
          <ac:spMkLst>
            <pc:docMk/>
            <pc:sldMk cId="3009266654" sldId="272"/>
            <ac:spMk id="20" creationId="{487DF695-207A-B109-2580-477411C7D299}"/>
          </ac:spMkLst>
        </pc:spChg>
      </pc:sldChg>
      <pc:sldChg chg="modSp add mod setBg">
        <pc:chgData name="Sue Bayes" userId="014e294a-a381-4b2d-bf22-8e870b50b1c8" providerId="ADAL" clId="{B1AD9F32-883F-41D5-B28A-E29507B44EF1}" dt="2026-09-21T12:37:32.894" v="544" actId="20577"/>
        <pc:sldMkLst>
          <pc:docMk/>
          <pc:sldMk cId="0" sldId="277"/>
        </pc:sldMkLst>
        <pc:spChg chg="mod">
          <ac:chgData name="Sue Bayes" userId="014e294a-a381-4b2d-bf22-8e870b50b1c8" providerId="ADAL" clId="{B1AD9F32-883F-41D5-B28A-E29507B44EF1}" dt="2026-09-18T11:48:34.773" v="460" actId="6549"/>
          <ac:spMkLst>
            <pc:docMk/>
            <pc:sldMk cId="0" sldId="277"/>
            <ac:spMk id="5" creationId="{00000000-0000-0000-0000-000000000000}"/>
          </ac:spMkLst>
        </pc:spChg>
        <pc:spChg chg="mod">
          <ac:chgData name="Sue Bayes" userId="014e294a-a381-4b2d-bf22-8e870b50b1c8" providerId="ADAL" clId="{B1AD9F32-883F-41D5-B28A-E29507B44EF1}" dt="2026-09-21T12:37:32.894" v="544" actId="20577"/>
          <ac:spMkLst>
            <pc:docMk/>
            <pc:sldMk cId="0" sldId="277"/>
            <ac:spMk id="6" creationId="{00000000-0000-0000-0000-000000000000}"/>
          </ac:spMkLst>
        </pc:spChg>
      </pc:sldChg>
      <pc:sldChg chg="addSp delSp modSp new mod">
        <pc:chgData name="Sue Bayes" userId="014e294a-a381-4b2d-bf22-8e870b50b1c8" providerId="ADAL" clId="{B1AD9F32-883F-41D5-B28A-E29507B44EF1}" dt="2026-09-18T10:58:29.540" v="297"/>
        <pc:sldMkLst>
          <pc:docMk/>
          <pc:sldMk cId="7315060" sldId="278"/>
        </pc:sldMkLst>
        <pc:spChg chg="mod">
          <ac:chgData name="Sue Bayes" userId="014e294a-a381-4b2d-bf22-8e870b50b1c8" providerId="ADAL" clId="{B1AD9F32-883F-41D5-B28A-E29507B44EF1}" dt="2026-09-18T10:57:26.817" v="290"/>
          <ac:spMkLst>
            <pc:docMk/>
            <pc:sldMk cId="7315060" sldId="278"/>
            <ac:spMk id="2" creationId="{C6BC80CC-FD1F-0FEE-79CB-5D1129CEC82B}"/>
          </ac:spMkLst>
        </pc:spChg>
        <pc:spChg chg="mod">
          <ac:chgData name="Sue Bayes" userId="014e294a-a381-4b2d-bf22-8e870b50b1c8" providerId="ADAL" clId="{B1AD9F32-883F-41D5-B28A-E29507B44EF1}" dt="2026-09-18T10:57:36.402" v="292"/>
          <ac:spMkLst>
            <pc:docMk/>
            <pc:sldMk cId="7315060" sldId="278"/>
            <ac:spMk id="3" creationId="{C1671A4E-F790-A67F-E919-EE7343B4BE1C}"/>
          </ac:spMkLst>
        </pc:spChg>
        <pc:spChg chg="add mod">
          <ac:chgData name="Sue Bayes" userId="014e294a-a381-4b2d-bf22-8e870b50b1c8" providerId="ADAL" clId="{B1AD9F32-883F-41D5-B28A-E29507B44EF1}" dt="2026-09-18T10:57:18.993" v="288" actId="1076"/>
          <ac:spMkLst>
            <pc:docMk/>
            <pc:sldMk cId="7315060" sldId="278"/>
            <ac:spMk id="9" creationId="{08A2A4E6-6E9D-0634-DBD0-4ACBDB21DDFC}"/>
          </ac:spMkLst>
        </pc:spChg>
        <pc:spChg chg="add mod">
          <ac:chgData name="Sue Bayes" userId="014e294a-a381-4b2d-bf22-8e870b50b1c8" providerId="ADAL" clId="{B1AD9F32-883F-41D5-B28A-E29507B44EF1}" dt="2026-09-18T10:57:18.993" v="288" actId="1076"/>
          <ac:spMkLst>
            <pc:docMk/>
            <pc:sldMk cId="7315060" sldId="278"/>
            <ac:spMk id="11" creationId="{F94F50F1-7835-E2F5-70EA-220A9B7A1681}"/>
          </ac:spMkLst>
        </pc:spChg>
        <pc:spChg chg="add mod">
          <ac:chgData name="Sue Bayes" userId="014e294a-a381-4b2d-bf22-8e870b50b1c8" providerId="ADAL" clId="{B1AD9F32-883F-41D5-B28A-E29507B44EF1}" dt="2026-09-18T10:57:18.993" v="288" actId="1076"/>
          <ac:spMkLst>
            <pc:docMk/>
            <pc:sldMk cId="7315060" sldId="278"/>
            <ac:spMk id="13" creationId="{DAB51687-EF28-24AF-3A12-07DB7BF152F9}"/>
          </ac:spMkLst>
        </pc:spChg>
        <pc:spChg chg="add mod">
          <ac:chgData name="Sue Bayes" userId="014e294a-a381-4b2d-bf22-8e870b50b1c8" providerId="ADAL" clId="{B1AD9F32-883F-41D5-B28A-E29507B44EF1}" dt="2026-09-18T10:57:18.993" v="288" actId="1076"/>
          <ac:spMkLst>
            <pc:docMk/>
            <pc:sldMk cId="7315060" sldId="278"/>
            <ac:spMk id="15" creationId="{339D6028-B9CA-F4F1-BEA6-294B0C74841C}"/>
          </ac:spMkLst>
        </pc:spChg>
      </pc:sldChg>
      <pc:sldChg chg="addSp delSp modSp new mod delAnim modAnim">
        <pc:chgData name="Sue Bayes" userId="014e294a-a381-4b2d-bf22-8e870b50b1c8" providerId="ADAL" clId="{B1AD9F32-883F-41D5-B28A-E29507B44EF1}" dt="2026-09-18T11:50:06.494" v="466" actId="478"/>
        <pc:sldMkLst>
          <pc:docMk/>
          <pc:sldMk cId="2808617289" sldId="279"/>
        </pc:sldMkLst>
        <pc:spChg chg="mod">
          <ac:chgData name="Sue Bayes" userId="014e294a-a381-4b2d-bf22-8e870b50b1c8" providerId="ADAL" clId="{B1AD9F32-883F-41D5-B28A-E29507B44EF1}" dt="2026-09-18T10:58:46.572" v="300"/>
          <ac:spMkLst>
            <pc:docMk/>
            <pc:sldMk cId="2808617289" sldId="279"/>
            <ac:spMk id="2" creationId="{C364593A-2697-A3A4-2412-A585AA1027D9}"/>
          </ac:spMkLst>
        </pc:spChg>
      </pc:sldChg>
      <pc:sldChg chg="modSp new mod">
        <pc:chgData name="Sue Bayes" userId="014e294a-a381-4b2d-bf22-8e870b50b1c8" providerId="ADAL" clId="{B1AD9F32-883F-41D5-B28A-E29507B44EF1}" dt="2026-09-21T12:29:40.159" v="503"/>
        <pc:sldMkLst>
          <pc:docMk/>
          <pc:sldMk cId="3935336296" sldId="280"/>
        </pc:sldMkLst>
        <pc:spChg chg="mod">
          <ac:chgData name="Sue Bayes" userId="014e294a-a381-4b2d-bf22-8e870b50b1c8" providerId="ADAL" clId="{B1AD9F32-883F-41D5-B28A-E29507B44EF1}" dt="2026-09-21T12:29:40.159" v="503"/>
          <ac:spMkLst>
            <pc:docMk/>
            <pc:sldMk cId="3935336296" sldId="280"/>
            <ac:spMk id="2" creationId="{6BCE5406-8FCF-4EF5-0E17-744AE3949B9E}"/>
          </ac:spMkLst>
        </pc:spChg>
      </pc:sldChg>
      <pc:sldChg chg="addSp delSp modSp new mod">
        <pc:chgData name="Sue Bayes" userId="014e294a-a381-4b2d-bf22-8e870b50b1c8" providerId="ADAL" clId="{B1AD9F32-883F-41D5-B28A-E29507B44EF1}" dt="2026-09-21T12:32:06.563" v="529" actId="12"/>
        <pc:sldMkLst>
          <pc:docMk/>
          <pc:sldMk cId="890582633" sldId="281"/>
        </pc:sldMkLst>
        <pc:spChg chg="mod">
          <ac:chgData name="Sue Bayes" userId="014e294a-a381-4b2d-bf22-8e870b50b1c8" providerId="ADAL" clId="{B1AD9F32-883F-41D5-B28A-E29507B44EF1}" dt="2026-09-21T12:30:49.892" v="512" actId="207"/>
          <ac:spMkLst>
            <pc:docMk/>
            <pc:sldMk cId="890582633" sldId="281"/>
            <ac:spMk id="2" creationId="{032B17EB-4739-6657-DAE0-7C718612883F}"/>
          </ac:spMkLst>
        </pc:spChg>
        <pc:spChg chg="add mod">
          <ac:chgData name="Sue Bayes" userId="014e294a-a381-4b2d-bf22-8e870b50b1c8" providerId="ADAL" clId="{B1AD9F32-883F-41D5-B28A-E29507B44EF1}" dt="2026-09-21T12:32:06.563" v="529" actId="12"/>
          <ac:spMkLst>
            <pc:docMk/>
            <pc:sldMk cId="890582633" sldId="281"/>
            <ac:spMk id="12" creationId="{324A07FF-7DD8-D3AA-14D5-830E95C97632}"/>
          </ac:spMkLst>
        </pc:spChg>
      </pc:sldChg>
      <pc:sldChg chg="addSp delSp modSp new mod">
        <pc:chgData name="Sue Bayes" userId="014e294a-a381-4b2d-bf22-8e870b50b1c8" providerId="ADAL" clId="{B1AD9F32-883F-41D5-B28A-E29507B44EF1}" dt="2026-09-21T12:33:33.706" v="534" actId="20577"/>
        <pc:sldMkLst>
          <pc:docMk/>
          <pc:sldMk cId="2626824694" sldId="282"/>
        </pc:sldMkLst>
        <pc:spChg chg="mod">
          <ac:chgData name="Sue Bayes" userId="014e294a-a381-4b2d-bf22-8e870b50b1c8" providerId="ADAL" clId="{B1AD9F32-883F-41D5-B28A-E29507B44EF1}" dt="2026-09-18T11:13:56.603" v="458" actId="207"/>
          <ac:spMkLst>
            <pc:docMk/>
            <pc:sldMk cId="2626824694" sldId="282"/>
            <ac:spMk id="2" creationId="{38D6F5A8-1063-0C2D-78AA-D0BE1243D89E}"/>
          </ac:spMkLst>
        </pc:spChg>
        <pc:spChg chg="add mod">
          <ac:chgData name="Sue Bayes" userId="014e294a-a381-4b2d-bf22-8e870b50b1c8" providerId="ADAL" clId="{B1AD9F32-883F-41D5-B28A-E29507B44EF1}" dt="2026-09-21T12:33:33.706" v="534" actId="20577"/>
          <ac:spMkLst>
            <pc:docMk/>
            <pc:sldMk cId="2626824694" sldId="282"/>
            <ac:spMk id="7" creationId="{1C72DA81-7FDA-09C4-E801-FC646BF4F26D}"/>
          </ac:spMkLst>
        </pc:spChg>
      </pc:sldChg>
      <pc:sldChg chg="delSp modSp add mod delAnim modAnim">
        <pc:chgData name="Sue Bayes" userId="014e294a-a381-4b2d-bf22-8e870b50b1c8" providerId="ADAL" clId="{B1AD9F32-883F-41D5-B28A-E29507B44EF1}" dt="2026-09-18T11:50:52.905" v="499" actId="20577"/>
        <pc:sldMkLst>
          <pc:docMk/>
          <pc:sldMk cId="945739246" sldId="283"/>
        </pc:sldMkLst>
        <pc:spChg chg="mod">
          <ac:chgData name="Sue Bayes" userId="014e294a-a381-4b2d-bf22-8e870b50b1c8" providerId="ADAL" clId="{B1AD9F32-883F-41D5-B28A-E29507B44EF1}" dt="2026-09-18T11:50:52.905" v="499" actId="20577"/>
          <ac:spMkLst>
            <pc:docMk/>
            <pc:sldMk cId="945739246" sldId="283"/>
            <ac:spMk id="2" creationId="{CDAA2B3C-9268-0324-743C-1592A69876E0}"/>
          </ac:spMkLst>
        </pc:spChg>
        <pc:spChg chg="mod">
          <ac:chgData name="Sue Bayes" userId="014e294a-a381-4b2d-bf22-8e870b50b1c8" providerId="ADAL" clId="{B1AD9F32-883F-41D5-B28A-E29507B44EF1}" dt="2026-09-18T11:50:39.136" v="479" actId="20577"/>
          <ac:spMkLst>
            <pc:docMk/>
            <pc:sldMk cId="945739246" sldId="283"/>
            <ac:spMk id="3" creationId="{7B23C365-5BBE-CECF-F0BA-3DABD38A95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70A24-D409-48D8-BDA6-A3BE74407090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DE06D-36D0-4CA0-AB85-ABF3FD0155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189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IF —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6BBCBD7-96D3-EFCD-C9AE-980F43A06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6" y="-9526"/>
            <a:ext cx="18304932" cy="102965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FD723-1F28-B30B-A3D9-2AF203455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EBA22C6-FA55-EE0A-249A-BDB4F3B08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E1BA-D774-4559-AFDF-9F1D6173A71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2921E47-3629-81C9-5575-02641B9CB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B1D5594-A62C-24B7-ABAA-C4FB3517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BDDE-721F-43FB-92B2-515CD48EB947}" type="slidenum">
              <a:rPr lang="es-ES" smtClean="0"/>
              <a:t>‹#›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DD6A9D-8039-86B9-CE57-D2301BCBAA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38100"/>
            <a:ext cx="18288000" cy="1033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95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Sticker hunt (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BA8BE-7C5D-4788-8333-6B01B0E84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240AF0-2668-AF68-3F54-813DDC2B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E1BA-D774-4559-AFDF-9F1D6173A71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F630DA-22A9-80AD-00B7-BE21D674B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0B949AB-B93C-AFE8-D9E7-869C46863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BDDE-721F-43FB-92B2-515CD48EB947}" type="slidenum">
              <a:rPr lang="es-ES" smtClean="0"/>
              <a:t>‹#›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AF0013F-2EAA-2D66-0C2E-F09D1039B0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8288000" cy="1029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44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Sticker hunt (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F8B35-B940-3176-B6AF-658E94DE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8992CF-9E8F-8039-4E43-F032D78C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E1BA-D774-4559-AFDF-9F1D6173A71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BA68AE2-BEC4-F34F-CFB7-EF6BA59CC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7EAB39-4EAD-AAC5-946B-572811EE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BDDE-721F-43FB-92B2-515CD48EB947}" type="slidenum">
              <a:rPr lang="es-ES" smtClean="0"/>
              <a:t>‹#›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A7035E-78A4-5C74-894B-5A22923F14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4366"/>
            <a:ext cx="18283306" cy="1030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4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Photo challenge (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A3156-238B-3115-3895-972A1211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3CD627-DA27-2ACF-89CD-FB9E3DDE6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E1BA-D774-4559-AFDF-9F1D6173A71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D722F3B-CD68-1AA5-3DAE-E133B85E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2331BD-7561-EFED-C0B0-4B681C35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BDDE-721F-43FB-92B2-515CD48EB947}" type="slidenum">
              <a:rPr lang="es-ES" smtClean="0"/>
              <a:t>‹#›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DA85BBD-92D3-7A8F-6F8F-5B2524E587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6099" y="4563"/>
            <a:ext cx="18433261" cy="1032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82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Photo challenge (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B9A4B-67AC-AC43-85EF-D1FB388A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74D512C-EC86-821B-E0F4-D04F484E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E1BA-D774-4559-AFDF-9F1D6173A71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34F26B-375C-A8C2-2A3E-74878F2D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A42EDA-615A-F853-CE45-EBB03C1E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BDDE-721F-43FB-92B2-515CD48EB947}" type="slidenum">
              <a:rPr lang="es-ES" smtClean="0"/>
              <a:t>‹#›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9A9E767-2D44-C6ED-4020-52C219F17C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9305" y="-38100"/>
            <a:ext cx="18407305" cy="1040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83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Light photo &amp; bio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388345" y="-1062949"/>
            <a:ext cx="12187210" cy="12412899"/>
          </a:xfrm>
          <a:custGeom>
            <a:avLst/>
            <a:gdLst/>
            <a:ahLst/>
            <a:cxnLst/>
            <a:rect l="l" t="t" r="r" b="b"/>
            <a:pathLst>
              <a:path w="12187210" h="12412899">
                <a:moveTo>
                  <a:pt x="0" y="0"/>
                </a:moveTo>
                <a:lnTo>
                  <a:pt x="12187209" y="0"/>
                </a:lnTo>
                <a:lnTo>
                  <a:pt x="12187209" y="12412898"/>
                </a:lnTo>
                <a:lnTo>
                  <a:pt x="0" y="12412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560104" y="-1062949"/>
            <a:ext cx="12187210" cy="12412899"/>
          </a:xfrm>
          <a:custGeom>
            <a:avLst/>
            <a:gdLst/>
            <a:ahLst/>
            <a:cxnLst/>
            <a:rect l="l" t="t" r="r" b="b"/>
            <a:pathLst>
              <a:path w="12187210" h="12412899">
                <a:moveTo>
                  <a:pt x="0" y="0"/>
                </a:moveTo>
                <a:lnTo>
                  <a:pt x="12187210" y="0"/>
                </a:lnTo>
                <a:lnTo>
                  <a:pt x="12187210" y="12412898"/>
                </a:lnTo>
                <a:lnTo>
                  <a:pt x="0" y="12412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589484" y="-1062949"/>
            <a:ext cx="7109032" cy="2625024"/>
            <a:chOff x="0" y="0"/>
            <a:chExt cx="1872338" cy="6913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72338" cy="691364"/>
            </a:xfrm>
            <a:custGeom>
              <a:avLst/>
              <a:gdLst/>
              <a:ahLst/>
              <a:cxnLst/>
              <a:rect l="l" t="t" r="r" b="b"/>
              <a:pathLst>
                <a:path w="1872338" h="691364">
                  <a:moveTo>
                    <a:pt x="0" y="0"/>
                  </a:moveTo>
                  <a:lnTo>
                    <a:pt x="1872338" y="0"/>
                  </a:lnTo>
                  <a:lnTo>
                    <a:pt x="1872338" y="691364"/>
                  </a:lnTo>
                  <a:lnTo>
                    <a:pt x="0" y="691364"/>
                  </a:lnTo>
                  <a:close/>
                </a:path>
              </a:pathLst>
            </a:custGeom>
            <a:solidFill>
              <a:srgbClr val="7DE9B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72338" cy="729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80347" y="249563"/>
            <a:ext cx="3327307" cy="981438"/>
            <a:chOff x="0" y="0"/>
            <a:chExt cx="4436409" cy="1308584"/>
          </a:xfrm>
        </p:grpSpPr>
        <p:sp>
          <p:nvSpPr>
            <p:cNvPr id="8" name="TextBox 8"/>
            <p:cNvSpPr txBox="1"/>
            <p:nvPr/>
          </p:nvSpPr>
          <p:spPr>
            <a:xfrm>
              <a:off x="0" y="-123825"/>
              <a:ext cx="4436409" cy="1432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82"/>
                </a:lnSpc>
                <a:spcBef>
                  <a:spcPct val="0"/>
                </a:spcBef>
              </a:pPr>
              <a:r>
                <a:rPr lang="en-US" sz="6487" spc="-609">
                  <a:solidFill>
                    <a:srgbClr val="09534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women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102" y="970932"/>
              <a:ext cx="2713435" cy="280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7"/>
                </a:lnSpc>
                <a:spcBef>
                  <a:spcPct val="0"/>
                </a:spcBef>
              </a:pPr>
              <a:r>
                <a:rPr lang="en-US" sz="1305" b="1" spc="851">
                  <a:solidFill>
                    <a:srgbClr val="09534E"/>
                  </a:solidFill>
                  <a:latin typeface="Quicksand 1 Medium"/>
                  <a:ea typeface="Quicksand 1 Medium"/>
                  <a:cs typeface="Quicksand 1 Medium"/>
                  <a:sym typeface="Quicksand 1 Medium"/>
                </a:rPr>
                <a:t>  in Fabric</a:t>
              </a: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BA50161F-4A72-7CAE-0445-6E683F4F5E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6801" y="2052069"/>
            <a:ext cx="754241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Name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D8301A5-75C3-61A6-03ED-4C88D39C39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6800" y="4041147"/>
            <a:ext cx="7525621" cy="552195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BIO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2F8CA9B5-7D33-2954-6568-6AD1DC3F50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48800" y="2052068"/>
            <a:ext cx="7772400" cy="7511031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Dark photo &amp; bio">
    <p:bg>
      <p:bgPr>
        <a:solidFill>
          <a:srgbClr val="095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388345" y="-1062949"/>
            <a:ext cx="12187210" cy="12412899"/>
          </a:xfrm>
          <a:custGeom>
            <a:avLst/>
            <a:gdLst/>
            <a:ahLst/>
            <a:cxnLst/>
            <a:rect l="l" t="t" r="r" b="b"/>
            <a:pathLst>
              <a:path w="12187210" h="12412899">
                <a:moveTo>
                  <a:pt x="0" y="0"/>
                </a:moveTo>
                <a:lnTo>
                  <a:pt x="12187209" y="0"/>
                </a:lnTo>
                <a:lnTo>
                  <a:pt x="12187209" y="12412898"/>
                </a:lnTo>
                <a:lnTo>
                  <a:pt x="0" y="12412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5560104" y="-1062949"/>
            <a:ext cx="12187210" cy="12412899"/>
          </a:xfrm>
          <a:custGeom>
            <a:avLst/>
            <a:gdLst/>
            <a:ahLst/>
            <a:cxnLst/>
            <a:rect l="l" t="t" r="r" b="b"/>
            <a:pathLst>
              <a:path w="12187210" h="12412899">
                <a:moveTo>
                  <a:pt x="0" y="0"/>
                </a:moveTo>
                <a:lnTo>
                  <a:pt x="12187210" y="0"/>
                </a:lnTo>
                <a:lnTo>
                  <a:pt x="12187210" y="12412898"/>
                </a:lnTo>
                <a:lnTo>
                  <a:pt x="0" y="12412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5589484" y="-1062949"/>
            <a:ext cx="7109032" cy="2625024"/>
            <a:chOff x="0" y="0"/>
            <a:chExt cx="1872338" cy="6913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72338" cy="691364"/>
            </a:xfrm>
            <a:custGeom>
              <a:avLst/>
              <a:gdLst/>
              <a:ahLst/>
              <a:cxnLst/>
              <a:rect l="l" t="t" r="r" b="b"/>
              <a:pathLst>
                <a:path w="1872338" h="691364">
                  <a:moveTo>
                    <a:pt x="0" y="0"/>
                  </a:moveTo>
                  <a:lnTo>
                    <a:pt x="1872338" y="0"/>
                  </a:lnTo>
                  <a:lnTo>
                    <a:pt x="1872338" y="691364"/>
                  </a:lnTo>
                  <a:lnTo>
                    <a:pt x="0" y="691364"/>
                  </a:lnTo>
                  <a:close/>
                </a:path>
              </a:pathLst>
            </a:custGeom>
            <a:solidFill>
              <a:srgbClr val="7DE9B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72338" cy="729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80347" y="249563"/>
            <a:ext cx="3327307" cy="981438"/>
            <a:chOff x="0" y="0"/>
            <a:chExt cx="4436409" cy="1308584"/>
          </a:xfrm>
        </p:grpSpPr>
        <p:sp>
          <p:nvSpPr>
            <p:cNvPr id="8" name="TextBox 8"/>
            <p:cNvSpPr txBox="1"/>
            <p:nvPr/>
          </p:nvSpPr>
          <p:spPr>
            <a:xfrm>
              <a:off x="0" y="-123825"/>
              <a:ext cx="4436409" cy="1432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82"/>
                </a:lnSpc>
                <a:spcBef>
                  <a:spcPct val="0"/>
                </a:spcBef>
              </a:pPr>
              <a:r>
                <a:rPr lang="en-US" sz="6487" spc="-609">
                  <a:solidFill>
                    <a:srgbClr val="09534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women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102" y="970932"/>
              <a:ext cx="2713435" cy="280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7"/>
                </a:lnSpc>
                <a:spcBef>
                  <a:spcPct val="0"/>
                </a:spcBef>
              </a:pPr>
              <a:r>
                <a:rPr lang="en-US" sz="1305" b="1" spc="851">
                  <a:solidFill>
                    <a:srgbClr val="09534E"/>
                  </a:solidFill>
                  <a:latin typeface="Quicksand 1 Medium"/>
                  <a:ea typeface="Quicksand 1 Medium"/>
                  <a:cs typeface="Quicksand 1 Medium"/>
                  <a:sym typeface="Quicksand 1 Medium"/>
                </a:rPr>
                <a:t>  in Fabric</a:t>
              </a: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5BC34E4B-2347-8F24-2A11-787644D319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6801" y="2052069"/>
            <a:ext cx="754241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Name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F141684-2AEF-964E-7755-2991A5B8D0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6800" y="4041147"/>
            <a:ext cx="7525621" cy="552195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BIO</a:t>
            </a:r>
          </a:p>
        </p:txBody>
      </p:sp>
      <p:sp>
        <p:nvSpPr>
          <p:cNvPr id="12" name="Marcador de posición de imagen 12">
            <a:extLst>
              <a:ext uri="{FF2B5EF4-FFF2-40B4-BE49-F238E27FC236}">
                <a16:creationId xmlns:a16="http://schemas.microsoft.com/office/drawing/2014/main" id="{F6B70995-2D77-1B8B-2185-2BE6A2C16E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48800" y="2052068"/>
            <a:ext cx="7772400" cy="7511031"/>
          </a:xfr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Light clean layout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25447" y="-6861531"/>
            <a:ext cx="12187210" cy="12412899"/>
          </a:xfrm>
          <a:custGeom>
            <a:avLst/>
            <a:gdLst/>
            <a:ahLst/>
            <a:cxnLst/>
            <a:rect l="l" t="t" r="r" b="b"/>
            <a:pathLst>
              <a:path w="12187210" h="12412899">
                <a:moveTo>
                  <a:pt x="0" y="0"/>
                </a:moveTo>
                <a:lnTo>
                  <a:pt x="12187210" y="0"/>
                </a:lnTo>
                <a:lnTo>
                  <a:pt x="12187210" y="12412898"/>
                </a:lnTo>
                <a:lnTo>
                  <a:pt x="0" y="12412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19608" y="3018009"/>
            <a:ext cx="15817715" cy="16110636"/>
          </a:xfrm>
          <a:custGeom>
            <a:avLst/>
            <a:gdLst/>
            <a:ahLst/>
            <a:cxnLst/>
            <a:rect l="l" t="t" r="r" b="b"/>
            <a:pathLst>
              <a:path w="15817715" h="16110636">
                <a:moveTo>
                  <a:pt x="0" y="0"/>
                </a:moveTo>
                <a:lnTo>
                  <a:pt x="15817715" y="0"/>
                </a:lnTo>
                <a:lnTo>
                  <a:pt x="15817715" y="16110636"/>
                </a:lnTo>
                <a:lnTo>
                  <a:pt x="0" y="16110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948936" y="5551367"/>
            <a:ext cx="14339064" cy="1251267"/>
            <a:chOff x="0" y="0"/>
            <a:chExt cx="3776544" cy="3295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76544" cy="329552"/>
            </a:xfrm>
            <a:custGeom>
              <a:avLst/>
              <a:gdLst/>
              <a:ahLst/>
              <a:cxnLst/>
              <a:rect l="l" t="t" r="r" b="b"/>
              <a:pathLst>
                <a:path w="3776544" h="329552">
                  <a:moveTo>
                    <a:pt x="0" y="0"/>
                  </a:moveTo>
                  <a:lnTo>
                    <a:pt x="3776544" y="0"/>
                  </a:lnTo>
                  <a:lnTo>
                    <a:pt x="3776544" y="329552"/>
                  </a:lnTo>
                  <a:lnTo>
                    <a:pt x="0" y="329552"/>
                  </a:lnTo>
                  <a:close/>
                </a:path>
              </a:pathLst>
            </a:custGeom>
            <a:solidFill>
              <a:srgbClr val="7DE9B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776544" cy="367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864812" y="5627567"/>
            <a:ext cx="3327307" cy="981438"/>
            <a:chOff x="0" y="0"/>
            <a:chExt cx="4436409" cy="1308584"/>
          </a:xfrm>
        </p:grpSpPr>
        <p:sp>
          <p:nvSpPr>
            <p:cNvPr id="8" name="TextBox 8"/>
            <p:cNvSpPr txBox="1"/>
            <p:nvPr/>
          </p:nvSpPr>
          <p:spPr>
            <a:xfrm>
              <a:off x="0" y="-123825"/>
              <a:ext cx="4436409" cy="1432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82"/>
                </a:lnSpc>
                <a:spcBef>
                  <a:spcPct val="0"/>
                </a:spcBef>
              </a:pPr>
              <a:r>
                <a:rPr lang="en-US" sz="6487" spc="-609">
                  <a:solidFill>
                    <a:srgbClr val="09534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women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102" y="970932"/>
              <a:ext cx="2713435" cy="280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7"/>
                </a:lnSpc>
                <a:spcBef>
                  <a:spcPct val="0"/>
                </a:spcBef>
              </a:pPr>
              <a:r>
                <a:rPr lang="en-US" sz="1305" b="1" spc="851">
                  <a:solidFill>
                    <a:srgbClr val="09534E"/>
                  </a:solidFill>
                  <a:latin typeface="Quicksand 1 Medium"/>
                  <a:ea typeface="Quicksand 1 Medium"/>
                  <a:cs typeface="Quicksand 1 Medium"/>
                  <a:sym typeface="Quicksand 1 Medium"/>
                </a:rPr>
                <a:t>  in Fabric</a:t>
              </a: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Dark clean layout">
    <p:bg>
      <p:bgPr>
        <a:solidFill>
          <a:srgbClr val="095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25447" y="-6861531"/>
            <a:ext cx="12187210" cy="12412899"/>
          </a:xfrm>
          <a:custGeom>
            <a:avLst/>
            <a:gdLst/>
            <a:ahLst/>
            <a:cxnLst/>
            <a:rect l="l" t="t" r="r" b="b"/>
            <a:pathLst>
              <a:path w="12187210" h="12412899">
                <a:moveTo>
                  <a:pt x="0" y="0"/>
                </a:moveTo>
                <a:lnTo>
                  <a:pt x="12187210" y="0"/>
                </a:lnTo>
                <a:lnTo>
                  <a:pt x="12187210" y="12412898"/>
                </a:lnTo>
                <a:lnTo>
                  <a:pt x="0" y="12412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19608" y="3018009"/>
            <a:ext cx="15817715" cy="16110636"/>
          </a:xfrm>
          <a:custGeom>
            <a:avLst/>
            <a:gdLst/>
            <a:ahLst/>
            <a:cxnLst/>
            <a:rect l="l" t="t" r="r" b="b"/>
            <a:pathLst>
              <a:path w="15817715" h="16110636">
                <a:moveTo>
                  <a:pt x="0" y="0"/>
                </a:moveTo>
                <a:lnTo>
                  <a:pt x="15817715" y="0"/>
                </a:lnTo>
                <a:lnTo>
                  <a:pt x="15817715" y="16110636"/>
                </a:lnTo>
                <a:lnTo>
                  <a:pt x="0" y="16110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948936" y="5551367"/>
            <a:ext cx="14339064" cy="1251267"/>
            <a:chOff x="0" y="0"/>
            <a:chExt cx="3776544" cy="3295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76544" cy="329552"/>
            </a:xfrm>
            <a:custGeom>
              <a:avLst/>
              <a:gdLst/>
              <a:ahLst/>
              <a:cxnLst/>
              <a:rect l="l" t="t" r="r" b="b"/>
              <a:pathLst>
                <a:path w="3776544" h="329552">
                  <a:moveTo>
                    <a:pt x="0" y="0"/>
                  </a:moveTo>
                  <a:lnTo>
                    <a:pt x="3776544" y="0"/>
                  </a:lnTo>
                  <a:lnTo>
                    <a:pt x="3776544" y="329552"/>
                  </a:lnTo>
                  <a:lnTo>
                    <a:pt x="0" y="329552"/>
                  </a:lnTo>
                  <a:close/>
                </a:path>
              </a:pathLst>
            </a:custGeom>
            <a:solidFill>
              <a:srgbClr val="7DE9B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776544" cy="367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864812" y="5627567"/>
            <a:ext cx="3327307" cy="981438"/>
            <a:chOff x="0" y="0"/>
            <a:chExt cx="4436409" cy="130858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23825"/>
              <a:ext cx="4436409" cy="1432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82"/>
                </a:lnSpc>
                <a:spcBef>
                  <a:spcPct val="0"/>
                </a:spcBef>
              </a:pPr>
              <a:r>
                <a:rPr lang="en-US" sz="6487" spc="-609">
                  <a:solidFill>
                    <a:srgbClr val="09534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women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102" y="970932"/>
              <a:ext cx="2713435" cy="280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7"/>
                </a:lnSpc>
                <a:spcBef>
                  <a:spcPct val="0"/>
                </a:spcBef>
              </a:pPr>
              <a:r>
                <a:rPr lang="en-US" sz="1305" b="1" spc="851">
                  <a:solidFill>
                    <a:srgbClr val="09534E"/>
                  </a:solidFill>
                  <a:latin typeface="Quicksand 1 Medium"/>
                  <a:ea typeface="Quicksand 1 Medium"/>
                  <a:cs typeface="Quicksand 1 Medium"/>
                  <a:sym typeface="Quicksand 1 Medium"/>
                </a:rPr>
                <a:t>  in Fabric</a:t>
              </a: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Clean layout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-1239712" y="426307"/>
            <a:ext cx="8628248" cy="0"/>
          </a:xfrm>
          <a:prstGeom prst="line">
            <a:avLst/>
          </a:prstGeom>
          <a:ln w="85725" cap="flat">
            <a:solidFill>
              <a:srgbClr val="09534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E75B26B7-2523-6A82-5AE7-F32E5DF05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952502"/>
            <a:ext cx="15773400" cy="158432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00B5BFC4-2B89-DBDE-D486-0A53400F2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7300" y="2933700"/>
            <a:ext cx="15773400" cy="592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grpSp>
        <p:nvGrpSpPr>
          <p:cNvPr id="18" name="Group 2">
            <a:extLst>
              <a:ext uri="{FF2B5EF4-FFF2-40B4-BE49-F238E27FC236}">
                <a16:creationId xmlns:a16="http://schemas.microsoft.com/office/drawing/2014/main" id="{C5ACFF28-1BC9-F041-253B-A4573231092A}"/>
              </a:ext>
            </a:extLst>
          </p:cNvPr>
          <p:cNvGrpSpPr/>
          <p:nvPr userDrawn="1"/>
        </p:nvGrpSpPr>
        <p:grpSpPr>
          <a:xfrm>
            <a:off x="-174311" y="9122455"/>
            <a:ext cx="18953112" cy="1437840"/>
            <a:chOff x="0" y="0"/>
            <a:chExt cx="4991766" cy="378690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D17D4AEE-CE5F-D4C9-636C-BE9F257C5278}"/>
                </a:ext>
              </a:extLst>
            </p:cNvPr>
            <p:cNvSpPr/>
            <p:nvPr/>
          </p:nvSpPr>
          <p:spPr>
            <a:xfrm>
              <a:off x="0" y="0"/>
              <a:ext cx="4991766" cy="378690"/>
            </a:xfrm>
            <a:custGeom>
              <a:avLst/>
              <a:gdLst/>
              <a:ahLst/>
              <a:cxnLst/>
              <a:rect l="l" t="t" r="r" b="b"/>
              <a:pathLst>
                <a:path w="4991766" h="378690">
                  <a:moveTo>
                    <a:pt x="0" y="0"/>
                  </a:moveTo>
                  <a:lnTo>
                    <a:pt x="4991766" y="0"/>
                  </a:lnTo>
                  <a:lnTo>
                    <a:pt x="4991766" y="378690"/>
                  </a:lnTo>
                  <a:lnTo>
                    <a:pt x="0" y="378690"/>
                  </a:lnTo>
                  <a:close/>
                </a:path>
              </a:pathLst>
            </a:custGeom>
            <a:solidFill>
              <a:srgbClr val="7DE9B0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8CB5B075-95E8-A45F-0A69-48431217F05D}"/>
                </a:ext>
              </a:extLst>
            </p:cNvPr>
            <p:cNvSpPr txBox="1"/>
            <p:nvPr/>
          </p:nvSpPr>
          <p:spPr>
            <a:xfrm>
              <a:off x="0" y="-57150"/>
              <a:ext cx="4991766" cy="435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3"/>
                </a:lnSpc>
              </a:pPr>
              <a:endParaRPr/>
            </a:p>
          </p:txBody>
        </p:sp>
      </p:grpSp>
      <p:grpSp>
        <p:nvGrpSpPr>
          <p:cNvPr id="21" name="Group 6">
            <a:extLst>
              <a:ext uri="{FF2B5EF4-FFF2-40B4-BE49-F238E27FC236}">
                <a16:creationId xmlns:a16="http://schemas.microsoft.com/office/drawing/2014/main" id="{0C222B07-6600-E044-B03C-7727EDF89061}"/>
              </a:ext>
            </a:extLst>
          </p:cNvPr>
          <p:cNvGrpSpPr/>
          <p:nvPr userDrawn="1"/>
        </p:nvGrpSpPr>
        <p:grpSpPr>
          <a:xfrm>
            <a:off x="13995845" y="9131980"/>
            <a:ext cx="3327307" cy="981438"/>
            <a:chOff x="0" y="0"/>
            <a:chExt cx="4436409" cy="1308584"/>
          </a:xfrm>
        </p:grpSpPr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52186F0A-DF4E-864A-989F-EA6AC946E443}"/>
                </a:ext>
              </a:extLst>
            </p:cNvPr>
            <p:cNvSpPr txBox="1"/>
            <p:nvPr/>
          </p:nvSpPr>
          <p:spPr>
            <a:xfrm>
              <a:off x="0" y="-123825"/>
              <a:ext cx="4436409" cy="1432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82"/>
                </a:lnSpc>
                <a:spcBef>
                  <a:spcPct val="0"/>
                </a:spcBef>
              </a:pPr>
              <a:r>
                <a:rPr lang="en-US" sz="6487" spc="-609">
                  <a:solidFill>
                    <a:srgbClr val="09534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women</a:t>
              </a:r>
            </a:p>
          </p:txBody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C469F7E0-1011-9FF9-DDE5-12BC2FB9BB38}"/>
                </a:ext>
              </a:extLst>
            </p:cNvPr>
            <p:cNvSpPr txBox="1"/>
            <p:nvPr/>
          </p:nvSpPr>
          <p:spPr>
            <a:xfrm>
              <a:off x="752102" y="970932"/>
              <a:ext cx="2713435" cy="280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7"/>
                </a:lnSpc>
                <a:spcBef>
                  <a:spcPct val="0"/>
                </a:spcBef>
              </a:pPr>
              <a:r>
                <a:rPr lang="en-US" sz="1305" b="1" spc="851">
                  <a:solidFill>
                    <a:srgbClr val="09534E"/>
                  </a:solidFill>
                  <a:latin typeface="Quicksand 1 Medium"/>
                  <a:ea typeface="Quicksand 1 Medium"/>
                  <a:cs typeface="Quicksand 1 Medium"/>
                  <a:sym typeface="Quicksand 1 Medium"/>
                </a:rPr>
                <a:t>  in Fabric</a:t>
              </a:r>
            </a:p>
          </p:txBody>
        </p:sp>
      </p:grpSp>
      <p:sp>
        <p:nvSpPr>
          <p:cNvPr id="24" name="Freeform 9">
            <a:extLst>
              <a:ext uri="{FF2B5EF4-FFF2-40B4-BE49-F238E27FC236}">
                <a16:creationId xmlns:a16="http://schemas.microsoft.com/office/drawing/2014/main" id="{88583B49-7A48-8FAE-3BFA-1D6C6B78F539}"/>
              </a:ext>
            </a:extLst>
          </p:cNvPr>
          <p:cNvSpPr/>
          <p:nvPr userDrawn="1"/>
        </p:nvSpPr>
        <p:spPr>
          <a:xfrm>
            <a:off x="17449608" y="9380880"/>
            <a:ext cx="607051" cy="606242"/>
          </a:xfrm>
          <a:custGeom>
            <a:avLst/>
            <a:gdLst/>
            <a:ahLst/>
            <a:cxnLst/>
            <a:rect l="l" t="t" r="r" b="b"/>
            <a:pathLst>
              <a:path w="607051" h="606242">
                <a:moveTo>
                  <a:pt x="0" y="0"/>
                </a:moveTo>
                <a:lnTo>
                  <a:pt x="607051" y="0"/>
                </a:lnTo>
                <a:lnTo>
                  <a:pt x="607051" y="606242"/>
                </a:lnTo>
                <a:lnTo>
                  <a:pt x="0" y="606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" b="-85"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Dark background">
    <p:bg>
      <p:bgPr>
        <a:solidFill>
          <a:srgbClr val="095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4311" y="9122455"/>
            <a:ext cx="18953112" cy="1437840"/>
            <a:chOff x="0" y="0"/>
            <a:chExt cx="4991766" cy="378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91766" cy="378690"/>
            </a:xfrm>
            <a:custGeom>
              <a:avLst/>
              <a:gdLst/>
              <a:ahLst/>
              <a:cxnLst/>
              <a:rect l="l" t="t" r="r" b="b"/>
              <a:pathLst>
                <a:path w="4991766" h="378690">
                  <a:moveTo>
                    <a:pt x="0" y="0"/>
                  </a:moveTo>
                  <a:lnTo>
                    <a:pt x="4991766" y="0"/>
                  </a:lnTo>
                  <a:lnTo>
                    <a:pt x="4991766" y="378690"/>
                  </a:lnTo>
                  <a:lnTo>
                    <a:pt x="0" y="378690"/>
                  </a:lnTo>
                  <a:close/>
                </a:path>
              </a:pathLst>
            </a:custGeom>
            <a:solidFill>
              <a:srgbClr val="7DE9B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991766" cy="435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1239712" y="426307"/>
            <a:ext cx="8628248" cy="0"/>
          </a:xfrm>
          <a:prstGeom prst="line">
            <a:avLst/>
          </a:prstGeom>
          <a:ln w="85725" cap="flat">
            <a:solidFill>
              <a:srgbClr val="7DE9B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3995845" y="9131980"/>
            <a:ext cx="3327307" cy="981438"/>
            <a:chOff x="0" y="0"/>
            <a:chExt cx="4436409" cy="1308584"/>
          </a:xfrm>
        </p:grpSpPr>
        <p:sp>
          <p:nvSpPr>
            <p:cNvPr id="7" name="TextBox 7"/>
            <p:cNvSpPr txBox="1"/>
            <p:nvPr/>
          </p:nvSpPr>
          <p:spPr>
            <a:xfrm>
              <a:off x="0" y="-123825"/>
              <a:ext cx="4436409" cy="1432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82"/>
                </a:lnSpc>
                <a:spcBef>
                  <a:spcPct val="0"/>
                </a:spcBef>
              </a:pPr>
              <a:r>
                <a:rPr lang="en-US" sz="6487" spc="-609">
                  <a:solidFill>
                    <a:srgbClr val="09534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women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102" y="970932"/>
              <a:ext cx="2713435" cy="280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7"/>
                </a:lnSpc>
                <a:spcBef>
                  <a:spcPct val="0"/>
                </a:spcBef>
              </a:pPr>
              <a:r>
                <a:rPr lang="en-US" sz="1305" b="1" spc="851">
                  <a:solidFill>
                    <a:srgbClr val="09534E"/>
                  </a:solidFill>
                  <a:latin typeface="Quicksand 1 Medium"/>
                  <a:ea typeface="Quicksand 1 Medium"/>
                  <a:cs typeface="Quicksand 1 Medium"/>
                  <a:sym typeface="Quicksand 1 Medium"/>
                </a:rPr>
                <a:t>  in Fabric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7449608" y="9380880"/>
            <a:ext cx="607051" cy="606242"/>
          </a:xfrm>
          <a:custGeom>
            <a:avLst/>
            <a:gdLst/>
            <a:ahLst/>
            <a:cxnLst/>
            <a:rect l="l" t="t" r="r" b="b"/>
            <a:pathLst>
              <a:path w="607051" h="606242">
                <a:moveTo>
                  <a:pt x="0" y="0"/>
                </a:moveTo>
                <a:lnTo>
                  <a:pt x="607051" y="0"/>
                </a:lnTo>
                <a:lnTo>
                  <a:pt x="607051" y="606242"/>
                </a:lnTo>
                <a:lnTo>
                  <a:pt x="0" y="606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" b="-8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ítulo 13">
            <a:extLst>
              <a:ext uri="{FF2B5EF4-FFF2-40B4-BE49-F238E27FC236}">
                <a16:creationId xmlns:a16="http://schemas.microsoft.com/office/drawing/2014/main" id="{690E9D0B-9937-45D3-FD05-E9C3A857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952502"/>
            <a:ext cx="15773400" cy="158432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1" name="Marcador de texto 15">
            <a:extLst>
              <a:ext uri="{FF2B5EF4-FFF2-40B4-BE49-F238E27FC236}">
                <a16:creationId xmlns:a16="http://schemas.microsoft.com/office/drawing/2014/main" id="{427EFEA9-2FE3-6B04-F840-333E0513E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7300" y="2933700"/>
            <a:ext cx="15773400" cy="592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3DF49F5-DD5B-79D2-C281-5AB2CB7AEC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321276" cy="10287000"/>
          </a:xfrm>
          <a:prstGeom prst="rect">
            <a:avLst/>
          </a:prstGeom>
        </p:spPr>
      </p:pic>
      <p:sp>
        <p:nvSpPr>
          <p:cNvPr id="8" name="Título 13">
            <a:extLst>
              <a:ext uri="{FF2B5EF4-FFF2-40B4-BE49-F238E27FC236}">
                <a16:creationId xmlns:a16="http://schemas.microsoft.com/office/drawing/2014/main" id="{EF643A20-5F61-F068-54C0-5F176DC5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257300"/>
            <a:ext cx="13220700" cy="127952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9" name="Marcador de texto 15">
            <a:extLst>
              <a:ext uri="{FF2B5EF4-FFF2-40B4-BE49-F238E27FC236}">
                <a16:creationId xmlns:a16="http://schemas.microsoft.com/office/drawing/2014/main" id="{3F382514-70B0-BC8F-2855-C1D4DDB64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7300" y="2781300"/>
            <a:ext cx="13220700" cy="6081713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211410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44783E4-4B69-D5B0-2E66-5003FE212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308964"/>
          </a:xfrm>
          <a:prstGeom prst="rect">
            <a:avLst/>
          </a:prstGeom>
        </p:spPr>
      </p:pic>
      <p:sp>
        <p:nvSpPr>
          <p:cNvPr id="8" name="Título 13">
            <a:extLst>
              <a:ext uri="{FF2B5EF4-FFF2-40B4-BE49-F238E27FC236}">
                <a16:creationId xmlns:a16="http://schemas.microsoft.com/office/drawing/2014/main" id="{3798DD6F-AD55-800F-00B4-91A208FB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257300"/>
            <a:ext cx="13144500" cy="12795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" name="Marcador de texto 15">
            <a:extLst>
              <a:ext uri="{FF2B5EF4-FFF2-40B4-BE49-F238E27FC236}">
                <a16:creationId xmlns:a16="http://schemas.microsoft.com/office/drawing/2014/main" id="{C911B314-8390-9FFD-B2B2-1FF920468E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7300" y="2781300"/>
            <a:ext cx="13144500" cy="6081713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66311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F —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0791535-2424-BF05-4E89-D2738E84E1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233" y="-35602"/>
            <a:ext cx="18355834" cy="1032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1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58FF6-619A-4584-B1CD-2C69D103D646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8128E-5582-473B-B14B-DEC6E2942F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42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DA8ECA9-8A1A-0D66-A6D7-1CE06C3FE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7A1508-BDFF-3162-53CE-99E6AB01D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595FF6-B467-F50E-88D9-43DDCC9A0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9E1BA-D774-4559-AFDF-9F1D6173A714}" type="datetimeFigureOut">
              <a:rPr lang="es-ES" smtClean="0"/>
              <a:t>02/10/2026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376FE1-6C48-2D80-272B-11FA9DB05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84D9B-ACE1-DB92-21C0-25C856EE1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3BDDE-721F-43FB-92B2-515CD48EB94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735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67" r:id="rId3"/>
    <p:sldLayoutId id="2147483668" r:id="rId4"/>
    <p:sldLayoutId id="2147483669" r:id="rId5"/>
    <p:sldLayoutId id="2147483670" r:id="rId6"/>
    <p:sldLayoutId id="2147483661" r:id="rId7"/>
    <p:sldLayoutId id="2147483660" r:id="rId8"/>
    <p:sldLayoutId id="2147483663" r:id="rId9"/>
    <p:sldLayoutId id="2147483662" r:id="rId10"/>
    <p:sldLayoutId id="2147483665" r:id="rId11"/>
    <p:sldLayoutId id="2147483664" r:id="rId12"/>
    <p:sldLayoutId id="2147483673" r:id="rId13"/>
    <p:sldLayoutId id="2147483674" r:id="rId14"/>
    <p:sldLayoutId id="2147483672" r:id="rId15"/>
    <p:sldLayoutId id="214748367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abulareditor.com/downloads" TargetMode="External"/><Relationship Id="rId2" Type="http://schemas.openxmlformats.org/officeDocument/2006/relationships/hyperlink" Target="https://docs.tabulareditor.com/?tabs=TE3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arren.gosbell.com/2023/02/automatically-generating-measure-descriptions-for-power-bi-and-analysis-services-with-chatgpt-and-tabular-editor/" TargetMode="External"/><Relationship Id="rId5" Type="http://schemas.openxmlformats.org/officeDocument/2006/relationships/hyperlink" Target="https://powerbi.microsoft.com/en-us/blog/best-practice-rules-to-improve-your-models-performance/" TargetMode="External"/><Relationship Id="rId4" Type="http://schemas.openxmlformats.org/officeDocument/2006/relationships/hyperlink" Target="https://github.com/TabularEditor/BestPracticeRules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281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25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46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594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73152"/>
          </a:xfrm>
          <a:prstGeom prst="rect">
            <a:avLst/>
          </a:prstGeom>
          <a:solidFill>
            <a:srgbClr val="79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4000" y="1137727"/>
            <a:ext cx="7991162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Making better Power BI</a:t>
            </a:r>
            <a:r>
              <a:rPr lang="en-GB" dirty="0"/>
              <a:t> </a:t>
            </a:r>
            <a:r>
              <a:rPr dirty="0"/>
              <a:t>models, 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374" y="3215004"/>
            <a:ext cx="750186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79E3B2"/>
                </a:solidFill>
                <a:latin typeface="Aptos"/>
              </a:defRPr>
            </a:pPr>
            <a:r>
              <a:rPr dirty="0"/>
              <a:t>Tabular Editor foundations → understanding why TE</a:t>
            </a:r>
            <a:r>
              <a:rPr lang="en-GB"/>
              <a:t>2 and TE</a:t>
            </a:r>
            <a:r>
              <a:t>3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1981200" y="4091939"/>
            <a:ext cx="2286000" cy="502920"/>
          </a:xfrm>
          <a:prstGeom prst="roundRect">
            <a:avLst/>
          </a:prstGeom>
          <a:solidFill>
            <a:srgbClr val="79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5852"/>
                </a:solidFill>
                <a:latin typeface="Aptos"/>
              </a:defRPr>
            </a:pPr>
            <a:r>
              <a:rPr dirty="0"/>
              <a:t>BEGINNER • </a:t>
            </a:r>
            <a:r>
              <a:rPr lang="en-US" dirty="0"/>
              <a:t>40</a:t>
            </a:r>
            <a:r>
              <a:rPr dirty="0"/>
              <a:t>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800" y="4091939"/>
            <a:ext cx="1737360" cy="502920"/>
          </a:xfrm>
          <a:prstGeom prst="roundRect">
            <a:avLst/>
          </a:prstGeom>
          <a:solidFill>
            <a:srgbClr val="79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5852"/>
                </a:solidFill>
                <a:latin typeface="Aptos"/>
              </a:defRPr>
            </a:pPr>
            <a:r>
              <a:t>LIVE DEMOS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8420100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9E3B2"/>
                </a:solidFill>
                <a:latin typeface="Aptos"/>
              </a:defRPr>
            </a:pPr>
            <a:r>
              <a:rPr dirty="0"/>
              <a:t>WOMEN IN FABRIC  •  TABULAR EDITOR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FB528-12C9-6398-4096-E912B0B14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509" y="2052068"/>
            <a:ext cx="3124201" cy="1470025"/>
          </a:xfrm>
        </p:spPr>
        <p:txBody>
          <a:bodyPr anchor="ctr"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Sue Bayes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DDFAE1B-C591-87B1-E88F-0CBAB17F6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041147"/>
            <a:ext cx="7525621" cy="4455153"/>
          </a:xfrm>
        </p:spPr>
        <p:txBody>
          <a:bodyPr>
            <a:normAutofit/>
          </a:bodyPr>
          <a:lstStyle/>
          <a:p>
            <a:r>
              <a:rPr lang="en-US" dirty="0" err="1"/>
              <a:t>Databayes</a:t>
            </a:r>
            <a:r>
              <a:rPr lang="en-US" dirty="0"/>
              <a:t> Ltd</a:t>
            </a:r>
          </a:p>
          <a:p>
            <a:r>
              <a:rPr lang="en-US" dirty="0"/>
              <a:t>MVP Data Platform</a:t>
            </a:r>
          </a:p>
          <a:p>
            <a:r>
              <a:rPr lang="en-US" dirty="0"/>
              <a:t>Devon &amp; Cornwall Power BI User Group</a:t>
            </a:r>
          </a:p>
          <a:p>
            <a:r>
              <a:rPr lang="en-US" dirty="0"/>
              <a:t>Unpivot podcast</a:t>
            </a:r>
          </a:p>
          <a:p>
            <a:r>
              <a:rPr lang="en-US" dirty="0"/>
              <a:t>Speaker</a:t>
            </a:r>
          </a:p>
          <a:p>
            <a:endParaRPr lang="en-US" dirty="0"/>
          </a:p>
          <a:p>
            <a:r>
              <a:rPr lang="en-US" dirty="0"/>
              <a:t>BELIEVE IN YOUR HEART</a:t>
            </a:r>
          </a:p>
          <a:p>
            <a:r>
              <a:rPr lang="en-US" dirty="0"/>
              <a:t>DREAMS DO COME TRUE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2AAC951-2EAD-FF7F-60B3-4584B1FEF6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22"/>
          <a:stretch>
            <a:fillRect/>
          </a:stretch>
        </p:blipFill>
        <p:spPr>
          <a:xfrm>
            <a:off x="9448800" y="2052068"/>
            <a:ext cx="7772400" cy="75110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6041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C5C63-74D2-78C8-D630-DA13EA629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952502"/>
            <a:ext cx="15773400" cy="1584323"/>
          </a:xfrm>
        </p:spPr>
        <p:txBody>
          <a:bodyPr vert="horz" lIns="137160" tIns="68580" rIns="137160" bIns="68580" rtlCol="0" anchor="ctr">
            <a:normAutofit/>
          </a:bodyPr>
          <a:lstStyle/>
          <a:p>
            <a:r>
              <a:rPr lang="en-US" dirty="0"/>
              <a:t>Tabular Editor - in a nutshell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2BC37-8C3D-E37E-9CA4-4B3F6A0923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7300" y="4121148"/>
            <a:ext cx="15773400" cy="4741865"/>
          </a:xfrm>
        </p:spPr>
        <p:txBody>
          <a:bodyPr vert="horz" lIns="137160" tIns="68580" rIns="137160" bIns="68580" rtlCol="0">
            <a:norm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62625"/>
                </a:solidFill>
                <a:latin typeface="Aptos"/>
              </a:defRPr>
            </a:pPr>
            <a:r>
              <a:rPr lang="en-GB" sz="2400" dirty="0"/>
              <a:t> View and edit model objects: tables, columns, measures, relationships and more</a:t>
            </a:r>
          </a:p>
          <a:p>
            <a:pPr>
              <a:spcAft>
                <a:spcPts val="1400"/>
              </a:spcAft>
              <a:defRPr sz="2000">
                <a:solidFill>
                  <a:srgbClr val="162625"/>
                </a:solidFill>
                <a:latin typeface="Aptos"/>
              </a:defRPr>
            </a:pPr>
            <a:r>
              <a:rPr lang="en-GB" sz="2400" dirty="0"/>
              <a:t> Works with Power BI / Fabric semantic models and Analysis Services</a:t>
            </a:r>
          </a:p>
          <a:p>
            <a:pPr>
              <a:spcAft>
                <a:spcPts val="1400"/>
              </a:spcAft>
              <a:defRPr sz="2000">
                <a:solidFill>
                  <a:srgbClr val="162625"/>
                </a:solidFill>
                <a:latin typeface="Aptos"/>
              </a:defRPr>
            </a:pPr>
            <a:r>
              <a:rPr lang="en-GB" sz="2400" dirty="0"/>
              <a:t> TE2: lightweight model editing + scripting</a:t>
            </a:r>
          </a:p>
          <a:p>
            <a:pPr>
              <a:spcAft>
                <a:spcPts val="1400"/>
              </a:spcAft>
              <a:defRPr sz="2000">
                <a:solidFill>
                  <a:srgbClr val="162625"/>
                </a:solidFill>
                <a:latin typeface="Aptos"/>
              </a:defRPr>
            </a:pPr>
            <a:r>
              <a:rPr lang="en-GB" sz="2400" dirty="0"/>
              <a:t> TE3: a richer, integrated semantic-model development environment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FA9DD-A3D9-9A19-241C-98DF273AE180}"/>
              </a:ext>
            </a:extLst>
          </p:cNvPr>
          <p:cNvSpPr txBox="1"/>
          <p:nvPr/>
        </p:nvSpPr>
        <p:spPr>
          <a:xfrm>
            <a:off x="1257300" y="2515290"/>
            <a:ext cx="1028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47470"/>
                </a:solidFill>
                <a:latin typeface="Aptos"/>
              </a:defRPr>
            </a:pPr>
            <a:r>
              <a:rPr sz="2400" dirty="0">
                <a:latin typeface="Aptos Display" panose="020B0004020202020204" pitchFamily="34" charset="0"/>
                <a:cs typeface="Arial" panose="020B0604020202020204" pitchFamily="34" charset="0"/>
              </a:rPr>
              <a:t>A desktop tool for working directly with tabular semantic models</a:t>
            </a:r>
          </a:p>
        </p:txBody>
      </p:sp>
    </p:spTree>
    <p:extLst>
      <p:ext uri="{BB962C8B-B14F-4D97-AF65-F5344CB8AC3E}">
        <p14:creationId xmlns:p14="http://schemas.microsoft.com/office/powerpoint/2010/main" val="4003184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80CC-FD1F-0FEE-79CB-5D1129CEC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Tabular Editor?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71A4E-F790-A67F-E919-EE7343B4BE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08A2A4E6-6E9D-0634-DBD0-4ACBDB21DDFC}"/>
              </a:ext>
            </a:extLst>
          </p:cNvPr>
          <p:cNvSpPr/>
          <p:nvPr/>
        </p:nvSpPr>
        <p:spPr>
          <a:xfrm>
            <a:off x="1524000" y="4983956"/>
            <a:ext cx="2331720" cy="1828800"/>
          </a:xfrm>
          <a:prstGeom prst="roundRect">
            <a:avLst/>
          </a:prstGeom>
          <a:solidFill>
            <a:srgbClr val="E0F8ED"/>
          </a:solidFill>
          <a:ln>
            <a:solidFill>
              <a:srgbClr val="79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85852"/>
                </a:solidFill>
                <a:latin typeface="Aptos"/>
              </a:defRPr>
            </a:pPr>
            <a:r>
              <a:rPr dirty="0"/>
              <a:t>Do repetitive</a:t>
            </a:r>
            <a:br>
              <a:rPr dirty="0"/>
            </a:br>
            <a:r>
              <a:rPr dirty="0"/>
              <a:t>things once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F94F50F1-7835-E2F5-70EA-220A9B7A1681}"/>
              </a:ext>
            </a:extLst>
          </p:cNvPr>
          <p:cNvSpPr/>
          <p:nvPr/>
        </p:nvSpPr>
        <p:spPr>
          <a:xfrm>
            <a:off x="5130800" y="4983956"/>
            <a:ext cx="2331720" cy="1828800"/>
          </a:xfrm>
          <a:prstGeom prst="roundRect">
            <a:avLst/>
          </a:prstGeom>
          <a:solidFill>
            <a:srgbClr val="E0F8ED"/>
          </a:solidFill>
          <a:ln>
            <a:solidFill>
              <a:srgbClr val="79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85852"/>
                </a:solidFill>
                <a:latin typeface="Aptos"/>
              </a:defRPr>
            </a:pPr>
            <a:r>
              <a:t>See more of</a:t>
            </a:r>
            <a:br/>
            <a:r>
              <a:t>your model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DAB51687-EF28-24AF-3A12-07DB7BF152F9}"/>
              </a:ext>
            </a:extLst>
          </p:cNvPr>
          <p:cNvSpPr/>
          <p:nvPr/>
        </p:nvSpPr>
        <p:spPr>
          <a:xfrm>
            <a:off x="8737600" y="4991100"/>
            <a:ext cx="2331720" cy="1828800"/>
          </a:xfrm>
          <a:prstGeom prst="roundRect">
            <a:avLst/>
          </a:prstGeom>
          <a:solidFill>
            <a:srgbClr val="E0F8ED"/>
          </a:solidFill>
          <a:ln>
            <a:solidFill>
              <a:srgbClr val="79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85852"/>
                </a:solidFill>
                <a:latin typeface="Aptos"/>
              </a:defRPr>
            </a:pPr>
            <a:r>
              <a:t>Manage DAX</a:t>
            </a:r>
            <a:br/>
            <a:r>
              <a:t>more easily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339D6028-B9CA-F4F1-BEA6-294B0C74841C}"/>
              </a:ext>
            </a:extLst>
          </p:cNvPr>
          <p:cNvSpPr/>
          <p:nvPr/>
        </p:nvSpPr>
        <p:spPr>
          <a:xfrm>
            <a:off x="12344400" y="4991100"/>
            <a:ext cx="2331720" cy="1828800"/>
          </a:xfrm>
          <a:prstGeom prst="roundRect">
            <a:avLst/>
          </a:prstGeom>
          <a:solidFill>
            <a:srgbClr val="E0F8ED"/>
          </a:solidFill>
          <a:ln>
            <a:solidFill>
              <a:srgbClr val="79E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85852"/>
                </a:solidFill>
                <a:latin typeface="Aptos"/>
              </a:defRPr>
            </a:pPr>
            <a:r>
              <a:rPr dirty="0"/>
              <a:t>Build models easier</a:t>
            </a:r>
            <a:br>
              <a:rPr dirty="0"/>
            </a:br>
            <a:r>
              <a:rPr dirty="0"/>
              <a:t>to maintain</a:t>
            </a:r>
          </a:p>
        </p:txBody>
      </p:sp>
    </p:spTree>
    <p:extLst>
      <p:ext uri="{BB962C8B-B14F-4D97-AF65-F5344CB8AC3E}">
        <p14:creationId xmlns:p14="http://schemas.microsoft.com/office/powerpoint/2010/main" val="7315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39E48-0AD7-458B-9357-E5517BAF4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291503"/>
          </a:xfrm>
        </p:spPr>
        <p:txBody>
          <a:bodyPr/>
          <a:lstStyle/>
          <a:p>
            <a:r>
              <a:rPr lang="en-GB" dirty="0"/>
              <a:t>How does Tabular Editor work?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CF204F4-C658-D368-6505-B8FD828C3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Tabular Object Model :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85B1DB64-D213-4092-B385-17E035648034}"/>
              </a:ext>
            </a:extLst>
          </p:cNvPr>
          <p:cNvSpPr/>
          <p:nvPr/>
        </p:nvSpPr>
        <p:spPr>
          <a:xfrm>
            <a:off x="1691639" y="3872484"/>
            <a:ext cx="2520000" cy="1260000"/>
          </a:xfrm>
          <a:prstGeom prst="roundRect">
            <a:avLst/>
          </a:prstGeom>
          <a:solidFill>
            <a:srgbClr val="79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5852"/>
                </a:solidFill>
                <a:latin typeface="Aptos"/>
              </a:defRPr>
            </a:pPr>
            <a:r>
              <a:rPr dirty="0"/>
              <a:t>TABLE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F0A7E001-2562-3F38-EF09-B8B07C6999BB}"/>
              </a:ext>
            </a:extLst>
          </p:cNvPr>
          <p:cNvSpPr/>
          <p:nvPr/>
        </p:nvSpPr>
        <p:spPr>
          <a:xfrm>
            <a:off x="4888229" y="3864364"/>
            <a:ext cx="2520000" cy="1260000"/>
          </a:xfrm>
          <a:prstGeom prst="roundRect">
            <a:avLst/>
          </a:prstGeom>
          <a:solidFill>
            <a:srgbClr val="79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5852"/>
                </a:solidFill>
                <a:latin typeface="Aptos"/>
              </a:defRPr>
            </a:pPr>
            <a:r>
              <a:rPr dirty="0"/>
              <a:t>COLUMN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B642662E-7845-ABA8-AA3E-2840B49CF212}"/>
              </a:ext>
            </a:extLst>
          </p:cNvPr>
          <p:cNvSpPr/>
          <p:nvPr/>
        </p:nvSpPr>
        <p:spPr>
          <a:xfrm>
            <a:off x="8084819" y="3864364"/>
            <a:ext cx="2520000" cy="1260000"/>
          </a:xfrm>
          <a:prstGeom prst="roundRect">
            <a:avLst/>
          </a:prstGeom>
          <a:solidFill>
            <a:srgbClr val="79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5852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B1E8E1C7-F076-D25F-2931-E3A970DAD71F}"/>
              </a:ext>
            </a:extLst>
          </p:cNvPr>
          <p:cNvSpPr/>
          <p:nvPr/>
        </p:nvSpPr>
        <p:spPr>
          <a:xfrm>
            <a:off x="11281409" y="3864364"/>
            <a:ext cx="2520000" cy="1260000"/>
          </a:xfrm>
          <a:prstGeom prst="roundRect">
            <a:avLst/>
          </a:prstGeom>
          <a:solidFill>
            <a:srgbClr val="79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5852"/>
                </a:solidFill>
                <a:latin typeface="Aptos"/>
              </a:defRPr>
            </a:pPr>
            <a:r>
              <a:rPr dirty="0"/>
              <a:t>RELATIONSHIP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487DF695-207A-B109-2580-477411C7D299}"/>
              </a:ext>
            </a:extLst>
          </p:cNvPr>
          <p:cNvSpPr/>
          <p:nvPr/>
        </p:nvSpPr>
        <p:spPr>
          <a:xfrm>
            <a:off x="14478000" y="3872484"/>
            <a:ext cx="2520000" cy="1260000"/>
          </a:xfrm>
          <a:prstGeom prst="roundRect">
            <a:avLst/>
          </a:prstGeom>
          <a:solidFill>
            <a:srgbClr val="79E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5852"/>
                </a:solidFill>
                <a:latin typeface="Aptos"/>
              </a:defRPr>
            </a:pPr>
            <a:r>
              <a:rPr dirty="0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3009266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593A-2697-A3A4-2412-A585AA102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92B18D-A90F-DE47-9B81-216121DB57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617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E72A2-6161-84BD-0695-A8897865D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2B3C-9268-0324-743C-1592A698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3C365-5BBE-CECF-F0BA-3DABD38A9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rPr lang="en-GB" dirty="0">
                <a:solidFill>
                  <a:schemeClr val="accent3"/>
                </a:solidFill>
              </a:rPr>
              <a:t>Bulk-edited properties</a:t>
            </a:r>
          </a:p>
          <a:p>
            <a:pPr>
              <a:spcAft>
                <a:spcPts val="14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rPr lang="en-GB" dirty="0">
                <a:solidFill>
                  <a:schemeClr val="accent3"/>
                </a:solidFill>
              </a:rPr>
              <a:t>Organised measures with display folders</a:t>
            </a:r>
          </a:p>
          <a:p>
            <a:pPr>
              <a:spcAft>
                <a:spcPts val="14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rPr lang="en-GB" dirty="0">
                <a:solidFill>
                  <a:schemeClr val="accent3"/>
                </a:solidFill>
              </a:rPr>
              <a:t>Inspected dependencies</a:t>
            </a:r>
          </a:p>
          <a:p>
            <a:pPr>
              <a:spcAft>
                <a:spcPts val="14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rPr lang="en-GB" dirty="0">
                <a:solidFill>
                  <a:schemeClr val="accent3"/>
                </a:solidFill>
              </a:rPr>
              <a:t>Hidden technical columns</a:t>
            </a:r>
          </a:p>
          <a:p>
            <a:pPr>
              <a:spcAft>
                <a:spcPts val="14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rPr lang="en-GB" dirty="0">
                <a:solidFill>
                  <a:schemeClr val="accent3"/>
                </a:solidFill>
              </a:rPr>
              <a:t>Automated repetitive work with scripting</a:t>
            </a:r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A252A0-4446-3AFB-1BA2-EA3E9CA125A1}"/>
              </a:ext>
            </a:extLst>
          </p:cNvPr>
          <p:cNvSpPr txBox="1"/>
          <p:nvPr/>
        </p:nvSpPr>
        <p:spPr>
          <a:xfrm>
            <a:off x="1276634" y="7429500"/>
            <a:ext cx="5105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We’ve done all of that in TE2</a:t>
            </a:r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0BDD2C-C8CB-5960-A30C-E840BCB89E41}"/>
              </a:ext>
            </a:extLst>
          </p:cNvPr>
          <p:cNvSpPr txBox="1"/>
          <p:nvPr/>
        </p:nvSpPr>
        <p:spPr>
          <a:xfrm>
            <a:off x="1276634" y="8146257"/>
            <a:ext cx="5105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And it’s free 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573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5406-8FCF-4EF5-0E17-744AE394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104901"/>
            <a:ext cx="15773400" cy="1903410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TE2 is incredibly capable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And we've only scratched the surface...</a:t>
            </a:r>
            <a:br>
              <a:rPr lang="en-GB" sz="3600" i="1" dirty="0"/>
            </a:br>
            <a:endParaRPr lang="en-GB" i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A8FFF9-3E90-762A-7607-34BE1D8A18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7300" y="4152900"/>
            <a:ext cx="15773400" cy="47101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latin typeface="+mj-lt"/>
                <a:ea typeface="+mj-ea"/>
                <a:cs typeface="+mj-cs"/>
              </a:rPr>
              <a:t>Bring on TE3</a:t>
            </a:r>
            <a:endParaRPr lang="en-GB" sz="66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533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17EB-4739-6657-DAE0-7C7186128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723900"/>
            <a:ext cx="15773400" cy="181292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So why TE3?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It isn't just about what you can do — it's about making it easier to do it.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4A07FF-7DD8-D3AA-14D5-830E95C97632}"/>
              </a:ext>
            </a:extLst>
          </p:cNvPr>
          <p:cNvSpPr txBox="1"/>
          <p:nvPr/>
        </p:nvSpPr>
        <p:spPr>
          <a:xfrm>
            <a:off x="1257300" y="2781300"/>
            <a:ext cx="13754100" cy="3732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 richer, more integrated development environment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More tools available as part of the same workflow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Designed to make developing and testing models easier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lvl="0">
              <a:lnSpc>
                <a:spcPct val="100000"/>
              </a:lnSpc>
            </a:pPr>
            <a:r>
              <a:rPr lang="en-GB" sz="2400" dirty="0">
                <a:solidFill>
                  <a:schemeClr val="bg1"/>
                </a:solidFill>
              </a:rPr>
              <a:t>Let's look at what changes...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582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A971E-B771-A006-CE81-23A0D79A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E0E5-2026-36B3-82DB-0B6375651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104901"/>
            <a:ext cx="15773400" cy="1903410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TE3 is incredibly capable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And we've only scratched the surface...</a:t>
            </a:r>
            <a:br>
              <a:rPr lang="en-GB" sz="3600" i="1" dirty="0"/>
            </a:br>
            <a:endParaRPr lang="en-GB" i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83DAD0-1CC7-9419-9F88-170F7CC76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7300" y="4152900"/>
            <a:ext cx="15773400" cy="47101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latin typeface="+mj-lt"/>
                <a:ea typeface="+mj-ea"/>
                <a:cs typeface="+mj-cs"/>
              </a:rPr>
              <a:t>Bring on </a:t>
            </a:r>
            <a:r>
              <a:rPr lang="en-US" sz="6600" dirty="0" err="1">
                <a:latin typeface="+mj-lt"/>
                <a:ea typeface="+mj-ea"/>
                <a:cs typeface="+mj-cs"/>
              </a:rPr>
              <a:t>pbip</a:t>
            </a:r>
            <a:r>
              <a:rPr lang="en-US" sz="6600" dirty="0">
                <a:latin typeface="+mj-lt"/>
                <a:ea typeface="+mj-ea"/>
                <a:cs typeface="+mj-cs"/>
              </a:rPr>
              <a:t>, AI and TE</a:t>
            </a:r>
            <a:endParaRPr lang="en-GB" sz="66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42108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F5A8-1063-0C2D-78AA-D0BE1243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Where should I start?</a:t>
            </a:r>
            <a:br>
              <a:rPr lang="en-GB" dirty="0">
                <a:solidFill>
                  <a:schemeClr val="bg1"/>
                </a:solidFill>
              </a:rPr>
            </a:b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72DA81-7FDA-09C4-E801-FC646BF4F26D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1257300" y="2933700"/>
            <a:ext cx="15773400" cy="5126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Start with TE2</a:t>
            </a:r>
            <a:endParaRPr lang="en-GB" dirty="0">
              <a:solidFill>
                <a:schemeClr val="bg1"/>
              </a:solidFill>
            </a:endParaRPr>
          </a:p>
          <a:p>
            <a:pPr lvl="0"/>
            <a:r>
              <a:rPr lang="en-GB" dirty="0">
                <a:solidFill>
                  <a:schemeClr val="bg1"/>
                </a:solidFill>
              </a:rPr>
              <a:t>Explore your model </a:t>
            </a:r>
          </a:p>
          <a:p>
            <a:pPr lvl="0"/>
            <a:r>
              <a:rPr lang="en-GB" dirty="0">
                <a:solidFill>
                  <a:schemeClr val="bg1"/>
                </a:solidFill>
              </a:rPr>
              <a:t>Edit multiple objects </a:t>
            </a:r>
          </a:p>
          <a:p>
            <a:pPr lvl="0"/>
            <a:r>
              <a:rPr lang="en-GB" dirty="0">
                <a:solidFill>
                  <a:schemeClr val="bg1"/>
                </a:solidFill>
              </a:rPr>
              <a:t>Organise and document </a:t>
            </a:r>
          </a:p>
          <a:p>
            <a:pPr lvl="0"/>
            <a:r>
              <a:rPr lang="en-GB" dirty="0">
                <a:solidFill>
                  <a:schemeClr val="bg1"/>
                </a:solidFill>
              </a:rPr>
              <a:t>Automate something repetitive </a:t>
            </a:r>
          </a:p>
          <a:p>
            <a:pPr lvl="0"/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Then explore TE3</a:t>
            </a:r>
            <a:endParaRPr lang="en-GB" dirty="0">
              <a:solidFill>
                <a:schemeClr val="bg1"/>
              </a:solidFill>
            </a:endParaRPr>
          </a:p>
          <a:p>
            <a:pPr lvl="0"/>
            <a:r>
              <a:rPr lang="en-GB" dirty="0">
                <a:solidFill>
                  <a:schemeClr val="bg1"/>
                </a:solidFill>
              </a:rPr>
              <a:t>Same model </a:t>
            </a:r>
          </a:p>
          <a:p>
            <a:pPr lvl="0"/>
            <a:r>
              <a:rPr lang="en-GB" dirty="0">
                <a:solidFill>
                  <a:schemeClr val="bg1"/>
                </a:solidFill>
              </a:rPr>
              <a:t>Same concepts </a:t>
            </a:r>
          </a:p>
          <a:p>
            <a:pPr lvl="0"/>
            <a:r>
              <a:rPr lang="en-GB" dirty="0">
                <a:solidFill>
                  <a:schemeClr val="bg1"/>
                </a:solidFill>
              </a:rPr>
              <a:t>Richer development experience</a:t>
            </a:r>
          </a:p>
        </p:txBody>
      </p:sp>
    </p:spTree>
    <p:extLst>
      <p:ext uri="{BB962C8B-B14F-4D97-AF65-F5344CB8AC3E}">
        <p14:creationId xmlns:p14="http://schemas.microsoft.com/office/powerpoint/2010/main" val="2626824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E09405C-5294-644D-0E8A-83A6432C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Useful Resources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11A27B-5152-1107-32D1-BA58D5456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https://docs.tabulareditor.com/?tabs=TE3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  </a:t>
            </a:r>
            <a:r>
              <a:rPr lang="en-GB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https://tabulareditor.com/downloads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  </a:t>
            </a:r>
            <a:r>
              <a:rPr lang="en-GB" u="sng" dirty="0">
                <a:solidFill>
                  <a:schemeClr val="bg1"/>
                </a:solidFill>
              </a:rPr>
              <a:t>https://github.com/PowerBI-tips/TabularEditor-Scripts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u="sng" dirty="0">
                <a:solidFill>
                  <a:schemeClr val="bg1"/>
                </a:solidFill>
                <a:hlinkClick r:id="rId5" tooltip="https://powerbi.microsoft.com/en-us/blog/best-practice-rules-to-improve-your-models-performanc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https://powerbi.microsoft.com/en-us/blog/best-practice-rules-to-improve-your-models-performance/</a:t>
            </a:r>
            <a:endParaRPr lang="en-GB" u="sng" dirty="0">
              <a:solidFill>
                <a:schemeClr val="bg1"/>
              </a:solidFill>
            </a:endParaRPr>
          </a:p>
          <a:p>
            <a:r>
              <a:rPr lang="en-GB" u="sng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Automatically generating measure descriptions for Power BI and Analysis Services with ChatGPT and Tabular Editor – Random Procrastination (gosbell.com)</a:t>
            </a:r>
            <a:endParaRPr lang="en-GB" u="sng" dirty="0">
              <a:solidFill>
                <a:schemeClr val="bg1"/>
              </a:solidFill>
            </a:endParaRPr>
          </a:p>
          <a:p>
            <a:r>
              <a:rPr lang="en-GB" u="sng" dirty="0">
                <a:solidFill>
                  <a:schemeClr val="bg1"/>
                </a:solidFill>
              </a:rPr>
              <a:t>https://www.youtube.com/watch?v=9_YrLSeM-Mo&amp;t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258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67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09C12-743B-5429-2828-A83E8B02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037651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WIF Colours">
      <a:dk1>
        <a:srgbClr val="09534E"/>
      </a:dk1>
      <a:lt1>
        <a:srgbClr val="FFFFFF"/>
      </a:lt1>
      <a:dk2>
        <a:srgbClr val="000000"/>
      </a:dk2>
      <a:lt2>
        <a:srgbClr val="F6F4F1"/>
      </a:lt2>
      <a:accent1>
        <a:srgbClr val="7DE9B0"/>
      </a:accent1>
      <a:accent2>
        <a:srgbClr val="8AEDDA"/>
      </a:accent2>
      <a:accent3>
        <a:srgbClr val="10635A"/>
      </a:accent3>
      <a:accent4>
        <a:srgbClr val="EDEDED"/>
      </a:accent4>
      <a:accent5>
        <a:srgbClr val="004755"/>
      </a:accent5>
      <a:accent6>
        <a:srgbClr val="8DEED6"/>
      </a:accent6>
      <a:hlink>
        <a:srgbClr val="FFC000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WIF Colours">
    <a:dk1>
      <a:srgbClr val="09534E"/>
    </a:dk1>
    <a:lt1>
      <a:srgbClr val="FFFFFF"/>
    </a:lt1>
    <a:dk2>
      <a:srgbClr val="000000"/>
    </a:dk2>
    <a:lt2>
      <a:srgbClr val="F6F4F1"/>
    </a:lt2>
    <a:accent1>
      <a:srgbClr val="7DE9B0"/>
    </a:accent1>
    <a:accent2>
      <a:srgbClr val="8AEDDA"/>
    </a:accent2>
    <a:accent3>
      <a:srgbClr val="10635A"/>
    </a:accent3>
    <a:accent4>
      <a:srgbClr val="EDEDED"/>
    </a:accent4>
    <a:accent5>
      <a:srgbClr val="004755"/>
    </a:accent5>
    <a:accent6>
      <a:srgbClr val="8DEED6"/>
    </a:accent6>
    <a:hlink>
      <a:srgbClr val="FFC000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4863</TotalTime>
  <Words>403</Words>
  <Application>Microsoft Office PowerPoint</Application>
  <PresentationFormat>Custom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 Display</vt:lpstr>
      <vt:lpstr>League Spartan</vt:lpstr>
      <vt:lpstr>Quicksand 1 Medium</vt:lpstr>
      <vt:lpstr>Arial</vt:lpstr>
      <vt:lpstr>Aptos</vt:lpstr>
      <vt:lpstr>Diseño personalizado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Sue Bayes</vt:lpstr>
      <vt:lpstr>Tabular Editor - in a nutshell</vt:lpstr>
      <vt:lpstr>Why use Tabular Editor? </vt:lpstr>
      <vt:lpstr>How does Tabular Editor work?</vt:lpstr>
      <vt:lpstr>Demo </vt:lpstr>
      <vt:lpstr>Automation</vt:lpstr>
      <vt:lpstr> TE2 is incredibly capable  And we've only scratched the surface... </vt:lpstr>
      <vt:lpstr>So why TE3?  It isn't just about what you can do — it's about making it easier to do it.</vt:lpstr>
      <vt:lpstr> TE3 is incredibly capable  And we've only scratched the surface... </vt:lpstr>
      <vt:lpstr>Where should I start? </vt:lpstr>
      <vt:lpstr>Useful Resources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WIF</dc:title>
  <dc:creator>Sue Bayes</dc:creator>
  <cp:lastModifiedBy>Sue Bayes</cp:lastModifiedBy>
  <cp:revision>3</cp:revision>
  <dcterms:created xsi:type="dcterms:W3CDTF">2006-08-16T00:00:00Z</dcterms:created>
  <dcterms:modified xsi:type="dcterms:W3CDTF">2026-10-02T16:09:09Z</dcterms:modified>
  <dc:identifier>DAHSVvIQMF4</dc:identifier>
</cp:coreProperties>
</file>